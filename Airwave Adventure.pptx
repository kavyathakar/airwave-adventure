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4651375" cy="10287000"/>
          </a:xfrm>
          <a:custGeom>
            <a:avLst/>
            <a:gdLst/>
            <a:ahLst/>
            <a:cxnLst/>
            <a:rect l="l" t="t" r="r" b="b"/>
            <a:pathLst>
              <a:path w="4651375" h="10287000">
                <a:moveTo>
                  <a:pt x="0" y="10286999"/>
                </a:moveTo>
                <a:lnTo>
                  <a:pt x="0" y="0"/>
                </a:lnTo>
                <a:lnTo>
                  <a:pt x="4651097" y="0"/>
                </a:lnTo>
                <a:lnTo>
                  <a:pt x="4651097" y="10286999"/>
                </a:lnTo>
                <a:lnTo>
                  <a:pt x="0" y="10286999"/>
                </a:lnTo>
                <a:close/>
              </a:path>
            </a:pathLst>
          </a:custGeom>
          <a:solidFill>
            <a:srgbClr val="D3D1D1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606424" y="-1"/>
            <a:ext cx="4587240" cy="10287000"/>
          </a:xfrm>
          <a:custGeom>
            <a:avLst/>
            <a:gdLst/>
            <a:ahLst/>
            <a:cxnLst/>
            <a:rect l="l" t="t" r="r" b="b"/>
            <a:pathLst>
              <a:path w="4587240" h="10287000">
                <a:moveTo>
                  <a:pt x="0" y="10286999"/>
                </a:moveTo>
                <a:lnTo>
                  <a:pt x="4587157" y="10286999"/>
                </a:lnTo>
                <a:lnTo>
                  <a:pt x="4587157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A6A5A5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148908" y="-1"/>
            <a:ext cx="4676775" cy="10287000"/>
          </a:xfrm>
          <a:custGeom>
            <a:avLst/>
            <a:gdLst/>
            <a:ahLst/>
            <a:cxnLst/>
            <a:rect l="l" t="t" r="r" b="b"/>
            <a:pathLst>
              <a:path w="4676775" h="10287000">
                <a:moveTo>
                  <a:pt x="4676504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4676504" y="0"/>
                </a:lnTo>
                <a:lnTo>
                  <a:pt x="4676504" y="10286999"/>
                </a:lnTo>
                <a:close/>
              </a:path>
            </a:pathLst>
          </a:custGeom>
          <a:solidFill>
            <a:srgbClr val="D3D1D1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3780738" y="-1"/>
            <a:ext cx="4507865" cy="10287000"/>
          </a:xfrm>
          <a:custGeom>
            <a:avLst/>
            <a:gdLst/>
            <a:ahLst/>
            <a:cxnLst/>
            <a:rect l="l" t="t" r="r" b="b"/>
            <a:pathLst>
              <a:path w="4507865" h="10287000">
                <a:moveTo>
                  <a:pt x="0" y="0"/>
                </a:moveTo>
                <a:lnTo>
                  <a:pt x="0" y="10286999"/>
                </a:lnTo>
                <a:lnTo>
                  <a:pt x="4507260" y="10286999"/>
                </a:lnTo>
                <a:lnTo>
                  <a:pt x="45072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5A5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64955" y="-1"/>
            <a:ext cx="4586605" cy="10287000"/>
          </a:xfrm>
          <a:custGeom>
            <a:avLst/>
            <a:gdLst/>
            <a:ahLst/>
            <a:cxnLst/>
            <a:rect l="l" t="t" r="r" b="b"/>
            <a:pathLst>
              <a:path w="4586605" h="10287000">
                <a:moveTo>
                  <a:pt x="4586142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4586142" y="0"/>
                </a:lnTo>
                <a:lnTo>
                  <a:pt x="4586142" y="10286999"/>
                </a:lnTo>
                <a:close/>
              </a:path>
            </a:pathLst>
          </a:custGeom>
          <a:solidFill>
            <a:srgbClr val="FFFFFF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606424" y="-1"/>
            <a:ext cx="4587240" cy="10287000"/>
          </a:xfrm>
          <a:custGeom>
            <a:avLst/>
            <a:gdLst/>
            <a:ahLst/>
            <a:cxnLst/>
            <a:rect l="l" t="t" r="r" b="b"/>
            <a:pathLst>
              <a:path w="4587240" h="10287000">
                <a:moveTo>
                  <a:pt x="0" y="10286999"/>
                </a:moveTo>
                <a:lnTo>
                  <a:pt x="4587157" y="10286999"/>
                </a:lnTo>
                <a:lnTo>
                  <a:pt x="4587157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D3D1D1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64947" y="0"/>
            <a:ext cx="4586605" cy="10287000"/>
          </a:xfrm>
          <a:custGeom>
            <a:avLst/>
            <a:gdLst/>
            <a:ahLst/>
            <a:cxnLst/>
            <a:rect l="l" t="t" r="r" b="b"/>
            <a:pathLst>
              <a:path w="4586605" h="10287000">
                <a:moveTo>
                  <a:pt x="2597010" y="0"/>
                </a:moveTo>
                <a:lnTo>
                  <a:pt x="0" y="0"/>
                </a:lnTo>
                <a:lnTo>
                  <a:pt x="0" y="4227715"/>
                </a:lnTo>
                <a:lnTo>
                  <a:pt x="40055" y="4198378"/>
                </a:lnTo>
                <a:lnTo>
                  <a:pt x="79908" y="4168775"/>
                </a:lnTo>
                <a:lnTo>
                  <a:pt x="119557" y="4138892"/>
                </a:lnTo>
                <a:lnTo>
                  <a:pt x="159016" y="4108742"/>
                </a:lnTo>
                <a:lnTo>
                  <a:pt x="198272" y="4078325"/>
                </a:lnTo>
                <a:lnTo>
                  <a:pt x="237312" y="4047629"/>
                </a:lnTo>
                <a:lnTo>
                  <a:pt x="276148" y="4016679"/>
                </a:lnTo>
                <a:lnTo>
                  <a:pt x="314769" y="3985463"/>
                </a:lnTo>
                <a:lnTo>
                  <a:pt x="353174" y="3953980"/>
                </a:lnTo>
                <a:lnTo>
                  <a:pt x="391363" y="3922230"/>
                </a:lnTo>
                <a:lnTo>
                  <a:pt x="429323" y="3890213"/>
                </a:lnTo>
                <a:lnTo>
                  <a:pt x="467067" y="3857942"/>
                </a:lnTo>
                <a:lnTo>
                  <a:pt x="504583" y="3825417"/>
                </a:lnTo>
                <a:lnTo>
                  <a:pt x="541870" y="3792639"/>
                </a:lnTo>
                <a:lnTo>
                  <a:pt x="578929" y="3759593"/>
                </a:lnTo>
                <a:lnTo>
                  <a:pt x="615746" y="3726294"/>
                </a:lnTo>
                <a:lnTo>
                  <a:pt x="652335" y="3692741"/>
                </a:lnTo>
                <a:lnTo>
                  <a:pt x="688670" y="3658933"/>
                </a:lnTo>
                <a:lnTo>
                  <a:pt x="724776" y="3624884"/>
                </a:lnTo>
                <a:lnTo>
                  <a:pt x="760628" y="3590569"/>
                </a:lnTo>
                <a:lnTo>
                  <a:pt x="796226" y="3556025"/>
                </a:lnTo>
                <a:lnTo>
                  <a:pt x="831583" y="3521214"/>
                </a:lnTo>
                <a:lnTo>
                  <a:pt x="866673" y="3486162"/>
                </a:lnTo>
                <a:lnTo>
                  <a:pt x="901509" y="3450869"/>
                </a:lnTo>
                <a:lnTo>
                  <a:pt x="936091" y="3415334"/>
                </a:lnTo>
                <a:lnTo>
                  <a:pt x="970407" y="3379559"/>
                </a:lnTo>
                <a:lnTo>
                  <a:pt x="1004455" y="3343529"/>
                </a:lnTo>
                <a:lnTo>
                  <a:pt x="1038250" y="3307270"/>
                </a:lnTo>
                <a:lnTo>
                  <a:pt x="1071753" y="3270770"/>
                </a:lnTo>
                <a:lnTo>
                  <a:pt x="1104988" y="3234029"/>
                </a:lnTo>
                <a:lnTo>
                  <a:pt x="1137958" y="3197060"/>
                </a:lnTo>
                <a:lnTo>
                  <a:pt x="1170635" y="3159849"/>
                </a:lnTo>
                <a:lnTo>
                  <a:pt x="1203032" y="3122409"/>
                </a:lnTo>
                <a:lnTo>
                  <a:pt x="1235138" y="3084728"/>
                </a:lnTo>
                <a:lnTo>
                  <a:pt x="1266964" y="3046831"/>
                </a:lnTo>
                <a:lnTo>
                  <a:pt x="1298498" y="3008693"/>
                </a:lnTo>
                <a:lnTo>
                  <a:pt x="1329740" y="2970326"/>
                </a:lnTo>
                <a:lnTo>
                  <a:pt x="1360690" y="2931744"/>
                </a:lnTo>
                <a:lnTo>
                  <a:pt x="1391335" y="2892920"/>
                </a:lnTo>
                <a:lnTo>
                  <a:pt x="1421676" y="2853880"/>
                </a:lnTo>
                <a:lnTo>
                  <a:pt x="1451711" y="2814612"/>
                </a:lnTo>
                <a:lnTo>
                  <a:pt x="1481442" y="2775127"/>
                </a:lnTo>
                <a:lnTo>
                  <a:pt x="1510868" y="2735415"/>
                </a:lnTo>
                <a:lnTo>
                  <a:pt x="1539963" y="2695486"/>
                </a:lnTo>
                <a:lnTo>
                  <a:pt x="1568754" y="2655341"/>
                </a:lnTo>
                <a:lnTo>
                  <a:pt x="1597228" y="2614980"/>
                </a:lnTo>
                <a:lnTo>
                  <a:pt x="1625384" y="2574404"/>
                </a:lnTo>
                <a:lnTo>
                  <a:pt x="1653209" y="2533612"/>
                </a:lnTo>
                <a:lnTo>
                  <a:pt x="1680705" y="2492603"/>
                </a:lnTo>
                <a:lnTo>
                  <a:pt x="1707870" y="2451392"/>
                </a:lnTo>
                <a:lnTo>
                  <a:pt x="1734705" y="2409964"/>
                </a:lnTo>
                <a:lnTo>
                  <a:pt x="1761210" y="2368321"/>
                </a:lnTo>
                <a:lnTo>
                  <a:pt x="1787372" y="2326475"/>
                </a:lnTo>
                <a:lnTo>
                  <a:pt x="1813191" y="2284425"/>
                </a:lnTo>
                <a:lnTo>
                  <a:pt x="1838667" y="2242172"/>
                </a:lnTo>
                <a:lnTo>
                  <a:pt x="1863801" y="2199703"/>
                </a:lnTo>
                <a:lnTo>
                  <a:pt x="1888578" y="2157044"/>
                </a:lnTo>
                <a:lnTo>
                  <a:pt x="1913013" y="2114169"/>
                </a:lnTo>
                <a:lnTo>
                  <a:pt x="1937080" y="2071103"/>
                </a:lnTo>
                <a:lnTo>
                  <a:pt x="1960803" y="2027834"/>
                </a:lnTo>
                <a:lnTo>
                  <a:pt x="1984146" y="1984375"/>
                </a:lnTo>
                <a:lnTo>
                  <a:pt x="2007146" y="1940712"/>
                </a:lnTo>
                <a:lnTo>
                  <a:pt x="2029764" y="1896859"/>
                </a:lnTo>
                <a:lnTo>
                  <a:pt x="2052027" y="1852803"/>
                </a:lnTo>
                <a:lnTo>
                  <a:pt x="2073910" y="1808568"/>
                </a:lnTo>
                <a:lnTo>
                  <a:pt x="2095411" y="1764131"/>
                </a:lnTo>
                <a:lnTo>
                  <a:pt x="2116544" y="1719503"/>
                </a:lnTo>
                <a:lnTo>
                  <a:pt x="2137295" y="1674685"/>
                </a:lnTo>
                <a:lnTo>
                  <a:pt x="2157666" y="1629689"/>
                </a:lnTo>
                <a:lnTo>
                  <a:pt x="2177656" y="1584502"/>
                </a:lnTo>
                <a:lnTo>
                  <a:pt x="2197239" y="1539125"/>
                </a:lnTo>
                <a:lnTo>
                  <a:pt x="2216442" y="1493570"/>
                </a:lnTo>
                <a:lnTo>
                  <a:pt x="2235250" y="1447838"/>
                </a:lnTo>
                <a:lnTo>
                  <a:pt x="2253665" y="1401914"/>
                </a:lnTo>
                <a:lnTo>
                  <a:pt x="2271674" y="1355813"/>
                </a:lnTo>
                <a:lnTo>
                  <a:pt x="2289289" y="1309535"/>
                </a:lnTo>
                <a:lnTo>
                  <a:pt x="2306485" y="1263078"/>
                </a:lnTo>
                <a:lnTo>
                  <a:pt x="2323287" y="1216444"/>
                </a:lnTo>
                <a:lnTo>
                  <a:pt x="2339670" y="1169644"/>
                </a:lnTo>
                <a:lnTo>
                  <a:pt x="2355634" y="1122667"/>
                </a:lnTo>
                <a:lnTo>
                  <a:pt x="2371191" y="1075512"/>
                </a:lnTo>
                <a:lnTo>
                  <a:pt x="2386330" y="1028179"/>
                </a:lnTo>
                <a:lnTo>
                  <a:pt x="2401036" y="980694"/>
                </a:lnTo>
                <a:lnTo>
                  <a:pt x="2415324" y="933030"/>
                </a:lnTo>
                <a:lnTo>
                  <a:pt x="2429179" y="885202"/>
                </a:lnTo>
                <a:lnTo>
                  <a:pt x="2442616" y="837196"/>
                </a:lnTo>
                <a:lnTo>
                  <a:pt x="2455608" y="789038"/>
                </a:lnTo>
                <a:lnTo>
                  <a:pt x="2468168" y="740714"/>
                </a:lnTo>
                <a:lnTo>
                  <a:pt x="2480284" y="692238"/>
                </a:lnTo>
                <a:lnTo>
                  <a:pt x="2491968" y="643585"/>
                </a:lnTo>
                <a:lnTo>
                  <a:pt x="2503195" y="594779"/>
                </a:lnTo>
                <a:lnTo>
                  <a:pt x="2513990" y="545820"/>
                </a:lnTo>
                <a:lnTo>
                  <a:pt x="2524328" y="496697"/>
                </a:lnTo>
                <a:lnTo>
                  <a:pt x="2534208" y="447421"/>
                </a:lnTo>
                <a:lnTo>
                  <a:pt x="2544254" y="394182"/>
                </a:lnTo>
                <a:lnTo>
                  <a:pt x="2553589" y="341096"/>
                </a:lnTo>
                <a:lnTo>
                  <a:pt x="2562212" y="288163"/>
                </a:lnTo>
                <a:lnTo>
                  <a:pt x="2570137" y="235369"/>
                </a:lnTo>
                <a:lnTo>
                  <a:pt x="2577350" y="182740"/>
                </a:lnTo>
                <a:lnTo>
                  <a:pt x="2583865" y="130263"/>
                </a:lnTo>
                <a:lnTo>
                  <a:pt x="2589682" y="77952"/>
                </a:lnTo>
                <a:lnTo>
                  <a:pt x="2594813" y="25793"/>
                </a:lnTo>
                <a:lnTo>
                  <a:pt x="2597010" y="0"/>
                </a:lnTo>
                <a:close/>
              </a:path>
              <a:path w="4586605" h="10287000">
                <a:moveTo>
                  <a:pt x="4586148" y="8167421"/>
                </a:moveTo>
                <a:lnTo>
                  <a:pt x="4548073" y="8131759"/>
                </a:lnTo>
                <a:lnTo>
                  <a:pt x="4506950" y="8098383"/>
                </a:lnTo>
                <a:lnTo>
                  <a:pt x="4466602" y="8069542"/>
                </a:lnTo>
                <a:lnTo>
                  <a:pt x="4425200" y="8042046"/>
                </a:lnTo>
                <a:lnTo>
                  <a:pt x="4382808" y="8015872"/>
                </a:lnTo>
                <a:lnTo>
                  <a:pt x="4339501" y="7990980"/>
                </a:lnTo>
                <a:lnTo>
                  <a:pt x="4295381" y="7967383"/>
                </a:lnTo>
                <a:lnTo>
                  <a:pt x="4250499" y="7945044"/>
                </a:lnTo>
                <a:lnTo>
                  <a:pt x="4204957" y="7923936"/>
                </a:lnTo>
                <a:lnTo>
                  <a:pt x="4158831" y="7904061"/>
                </a:lnTo>
                <a:lnTo>
                  <a:pt x="4112183" y="7885379"/>
                </a:lnTo>
                <a:lnTo>
                  <a:pt x="4065105" y="7867878"/>
                </a:lnTo>
                <a:lnTo>
                  <a:pt x="4017670" y="7851546"/>
                </a:lnTo>
                <a:lnTo>
                  <a:pt x="3969969" y="7836357"/>
                </a:lnTo>
                <a:lnTo>
                  <a:pt x="3922064" y="7822298"/>
                </a:lnTo>
                <a:lnTo>
                  <a:pt x="3874033" y="7809331"/>
                </a:lnTo>
                <a:lnTo>
                  <a:pt x="3825976" y="7797457"/>
                </a:lnTo>
                <a:lnTo>
                  <a:pt x="3777958" y="7786649"/>
                </a:lnTo>
                <a:lnTo>
                  <a:pt x="3728796" y="7776985"/>
                </a:lnTo>
                <a:lnTo>
                  <a:pt x="3679545" y="7768501"/>
                </a:lnTo>
                <a:lnTo>
                  <a:pt x="3630206" y="7761198"/>
                </a:lnTo>
                <a:lnTo>
                  <a:pt x="3580803" y="7755039"/>
                </a:lnTo>
                <a:lnTo>
                  <a:pt x="3531336" y="7749997"/>
                </a:lnTo>
                <a:lnTo>
                  <a:pt x="3481819" y="7746047"/>
                </a:lnTo>
                <a:lnTo>
                  <a:pt x="3432251" y="7743152"/>
                </a:lnTo>
                <a:lnTo>
                  <a:pt x="3382670" y="7741298"/>
                </a:lnTo>
                <a:lnTo>
                  <a:pt x="3333064" y="7740447"/>
                </a:lnTo>
                <a:lnTo>
                  <a:pt x="3283445" y="7740574"/>
                </a:lnTo>
                <a:lnTo>
                  <a:pt x="3233839" y="7741653"/>
                </a:lnTo>
                <a:lnTo>
                  <a:pt x="3184233" y="7743660"/>
                </a:lnTo>
                <a:lnTo>
                  <a:pt x="3134652" y="7746555"/>
                </a:lnTo>
                <a:lnTo>
                  <a:pt x="3085109" y="7750327"/>
                </a:lnTo>
                <a:lnTo>
                  <a:pt x="3035604" y="7754950"/>
                </a:lnTo>
                <a:lnTo>
                  <a:pt x="2986151" y="7760386"/>
                </a:lnTo>
                <a:lnTo>
                  <a:pt x="2936760" y="7766596"/>
                </a:lnTo>
                <a:lnTo>
                  <a:pt x="2887434" y="7773581"/>
                </a:lnTo>
                <a:lnTo>
                  <a:pt x="2838196" y="7781290"/>
                </a:lnTo>
                <a:lnTo>
                  <a:pt x="2789059" y="7789723"/>
                </a:lnTo>
                <a:lnTo>
                  <a:pt x="2740012" y="7798816"/>
                </a:lnTo>
                <a:lnTo>
                  <a:pt x="2691092" y="7808569"/>
                </a:lnTo>
                <a:lnTo>
                  <a:pt x="2642285" y="7818945"/>
                </a:lnTo>
                <a:lnTo>
                  <a:pt x="2593619" y="7829918"/>
                </a:lnTo>
                <a:lnTo>
                  <a:pt x="2545092" y="7841462"/>
                </a:lnTo>
                <a:lnTo>
                  <a:pt x="2496731" y="7853540"/>
                </a:lnTo>
                <a:lnTo>
                  <a:pt x="2448522" y="7866151"/>
                </a:lnTo>
                <a:lnTo>
                  <a:pt x="2400490" y="7879232"/>
                </a:lnTo>
                <a:lnTo>
                  <a:pt x="2352649" y="7892783"/>
                </a:lnTo>
                <a:lnTo>
                  <a:pt x="2257552" y="7921155"/>
                </a:lnTo>
                <a:lnTo>
                  <a:pt x="2162162" y="7951419"/>
                </a:lnTo>
                <a:lnTo>
                  <a:pt x="2066328" y="7983639"/>
                </a:lnTo>
                <a:lnTo>
                  <a:pt x="1971128" y="8017434"/>
                </a:lnTo>
                <a:lnTo>
                  <a:pt x="1876513" y="8052752"/>
                </a:lnTo>
                <a:lnTo>
                  <a:pt x="1782508" y="8089544"/>
                </a:lnTo>
                <a:lnTo>
                  <a:pt x="1689061" y="8127746"/>
                </a:lnTo>
                <a:lnTo>
                  <a:pt x="1596186" y="8167294"/>
                </a:lnTo>
                <a:lnTo>
                  <a:pt x="1503832" y="8208137"/>
                </a:lnTo>
                <a:lnTo>
                  <a:pt x="1412011" y="8250225"/>
                </a:lnTo>
                <a:lnTo>
                  <a:pt x="1320698" y="8293481"/>
                </a:lnTo>
                <a:lnTo>
                  <a:pt x="1229868" y="8337880"/>
                </a:lnTo>
                <a:lnTo>
                  <a:pt x="1139507" y="8383333"/>
                </a:lnTo>
                <a:lnTo>
                  <a:pt x="1004811" y="8453399"/>
                </a:lnTo>
                <a:lnTo>
                  <a:pt x="871093" y="8525561"/>
                </a:lnTo>
                <a:lnTo>
                  <a:pt x="738276" y="8599614"/>
                </a:lnTo>
                <a:lnTo>
                  <a:pt x="606298" y="8675357"/>
                </a:lnTo>
                <a:lnTo>
                  <a:pt x="431571" y="8778672"/>
                </a:lnTo>
                <a:lnTo>
                  <a:pt x="214922" y="8910904"/>
                </a:lnTo>
                <a:lnTo>
                  <a:pt x="0" y="9045740"/>
                </a:lnTo>
                <a:lnTo>
                  <a:pt x="0" y="10287000"/>
                </a:lnTo>
                <a:lnTo>
                  <a:pt x="4586148" y="10287000"/>
                </a:lnTo>
                <a:lnTo>
                  <a:pt x="4586148" y="8167421"/>
                </a:lnTo>
                <a:close/>
              </a:path>
            </a:pathLst>
          </a:custGeom>
          <a:solidFill>
            <a:srgbClr val="6E9D2A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606423" y="8216155"/>
            <a:ext cx="3368675" cy="2071370"/>
          </a:xfrm>
          <a:custGeom>
            <a:avLst/>
            <a:gdLst/>
            <a:ahLst/>
            <a:cxnLst/>
            <a:rect l="l" t="t" r="r" b="b"/>
            <a:pathLst>
              <a:path w="3368675" h="2071370">
                <a:moveTo>
                  <a:pt x="3368103" y="2070841"/>
                </a:moveTo>
                <a:lnTo>
                  <a:pt x="0" y="2070841"/>
                </a:lnTo>
                <a:lnTo>
                  <a:pt x="0" y="0"/>
                </a:lnTo>
                <a:lnTo>
                  <a:pt x="32581" y="39115"/>
                </a:lnTo>
                <a:lnTo>
                  <a:pt x="63513" y="79637"/>
                </a:lnTo>
                <a:lnTo>
                  <a:pt x="121611" y="163928"/>
                </a:lnTo>
                <a:lnTo>
                  <a:pt x="258712" y="382246"/>
                </a:lnTo>
                <a:lnTo>
                  <a:pt x="316514" y="467500"/>
                </a:lnTo>
                <a:lnTo>
                  <a:pt x="380622" y="550089"/>
                </a:lnTo>
                <a:lnTo>
                  <a:pt x="449954" y="627020"/>
                </a:lnTo>
                <a:lnTo>
                  <a:pt x="522570" y="696421"/>
                </a:lnTo>
                <a:lnTo>
                  <a:pt x="598316" y="758585"/>
                </a:lnTo>
                <a:lnTo>
                  <a:pt x="677038" y="813802"/>
                </a:lnTo>
                <a:lnTo>
                  <a:pt x="758584" y="862366"/>
                </a:lnTo>
                <a:lnTo>
                  <a:pt x="842800" y="904567"/>
                </a:lnTo>
                <a:lnTo>
                  <a:pt x="929533" y="940696"/>
                </a:lnTo>
                <a:lnTo>
                  <a:pt x="1018630" y="971046"/>
                </a:lnTo>
                <a:lnTo>
                  <a:pt x="1109937" y="995908"/>
                </a:lnTo>
                <a:lnTo>
                  <a:pt x="1203302" y="1015574"/>
                </a:lnTo>
                <a:lnTo>
                  <a:pt x="1298570" y="1030335"/>
                </a:lnTo>
                <a:lnTo>
                  <a:pt x="1395589" y="1040483"/>
                </a:lnTo>
                <a:lnTo>
                  <a:pt x="1494206" y="1046309"/>
                </a:lnTo>
                <a:lnTo>
                  <a:pt x="1644791" y="1047583"/>
                </a:lnTo>
                <a:lnTo>
                  <a:pt x="1798108" y="1040774"/>
                </a:lnTo>
                <a:lnTo>
                  <a:pt x="2178325" y="1008476"/>
                </a:lnTo>
                <a:lnTo>
                  <a:pt x="2316157" y="1003077"/>
                </a:lnTo>
                <a:lnTo>
                  <a:pt x="2406048" y="1004896"/>
                </a:lnTo>
                <a:lnTo>
                  <a:pt x="2494099" y="1012509"/>
                </a:lnTo>
                <a:lnTo>
                  <a:pt x="2580104" y="1027166"/>
                </a:lnTo>
                <a:lnTo>
                  <a:pt x="2622275" y="1037526"/>
                </a:lnTo>
                <a:lnTo>
                  <a:pt x="2663858" y="1050117"/>
                </a:lnTo>
                <a:lnTo>
                  <a:pt x="2704825" y="1065093"/>
                </a:lnTo>
                <a:lnTo>
                  <a:pt x="2745152" y="1082611"/>
                </a:lnTo>
                <a:lnTo>
                  <a:pt x="2784813" y="1102827"/>
                </a:lnTo>
                <a:lnTo>
                  <a:pt x="2823781" y="1125899"/>
                </a:lnTo>
                <a:lnTo>
                  <a:pt x="2862032" y="1151981"/>
                </a:lnTo>
                <a:lnTo>
                  <a:pt x="2899539" y="1181230"/>
                </a:lnTo>
                <a:lnTo>
                  <a:pt x="2936276" y="1213803"/>
                </a:lnTo>
                <a:lnTo>
                  <a:pt x="2972218" y="1249856"/>
                </a:lnTo>
                <a:lnTo>
                  <a:pt x="3007339" y="1289544"/>
                </a:lnTo>
                <a:lnTo>
                  <a:pt x="3037086" y="1326448"/>
                </a:lnTo>
                <a:lnTo>
                  <a:pt x="3092756" y="1403003"/>
                </a:lnTo>
                <a:lnTo>
                  <a:pt x="3143502" y="1483004"/>
                </a:lnTo>
                <a:lnTo>
                  <a:pt x="3189532" y="1566192"/>
                </a:lnTo>
                <a:lnTo>
                  <a:pt x="3231054" y="1652305"/>
                </a:lnTo>
                <a:lnTo>
                  <a:pt x="3268278" y="1741085"/>
                </a:lnTo>
                <a:lnTo>
                  <a:pt x="3301410" y="1832270"/>
                </a:lnTo>
                <a:lnTo>
                  <a:pt x="3330660" y="1925600"/>
                </a:lnTo>
                <a:lnTo>
                  <a:pt x="3368103" y="2070841"/>
                </a:lnTo>
                <a:close/>
              </a:path>
            </a:pathLst>
          </a:custGeom>
          <a:solidFill>
            <a:srgbClr val="45541D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751077" y="-2"/>
            <a:ext cx="3224530" cy="3599179"/>
          </a:xfrm>
          <a:custGeom>
            <a:avLst/>
            <a:gdLst/>
            <a:ahLst/>
            <a:cxnLst/>
            <a:rect l="l" t="t" r="r" b="b"/>
            <a:pathLst>
              <a:path w="3224529" h="3599179">
                <a:moveTo>
                  <a:pt x="1926452" y="3599139"/>
                </a:moveTo>
                <a:lnTo>
                  <a:pt x="1882354" y="3597373"/>
                </a:lnTo>
                <a:lnTo>
                  <a:pt x="1838390" y="3591369"/>
                </a:lnTo>
                <a:lnTo>
                  <a:pt x="1794660" y="3580905"/>
                </a:lnTo>
                <a:lnTo>
                  <a:pt x="1757166" y="3566553"/>
                </a:lnTo>
                <a:lnTo>
                  <a:pt x="1723197" y="3546779"/>
                </a:lnTo>
                <a:lnTo>
                  <a:pt x="1692569" y="3522024"/>
                </a:lnTo>
                <a:lnTo>
                  <a:pt x="1665095" y="3492733"/>
                </a:lnTo>
                <a:lnTo>
                  <a:pt x="1640587" y="3459347"/>
                </a:lnTo>
                <a:lnTo>
                  <a:pt x="1618860" y="3422309"/>
                </a:lnTo>
                <a:lnTo>
                  <a:pt x="1599726" y="3382063"/>
                </a:lnTo>
                <a:lnTo>
                  <a:pt x="1583000" y="3339051"/>
                </a:lnTo>
                <a:lnTo>
                  <a:pt x="1568495" y="3293716"/>
                </a:lnTo>
                <a:lnTo>
                  <a:pt x="1556025" y="3246501"/>
                </a:lnTo>
                <a:lnTo>
                  <a:pt x="1545402" y="3197849"/>
                </a:lnTo>
                <a:lnTo>
                  <a:pt x="1528955" y="3098004"/>
                </a:lnTo>
                <a:lnTo>
                  <a:pt x="1517661" y="2997724"/>
                </a:lnTo>
                <a:lnTo>
                  <a:pt x="1499780" y="2729704"/>
                </a:lnTo>
                <a:lnTo>
                  <a:pt x="1440954" y="2099096"/>
                </a:lnTo>
                <a:lnTo>
                  <a:pt x="1410268" y="1906763"/>
                </a:lnTo>
                <a:lnTo>
                  <a:pt x="1379634" y="1764442"/>
                </a:lnTo>
                <a:lnTo>
                  <a:pt x="1340801" y="1623737"/>
                </a:lnTo>
                <a:lnTo>
                  <a:pt x="1309617" y="1530815"/>
                </a:lnTo>
                <a:lnTo>
                  <a:pt x="1273675" y="1438586"/>
                </a:lnTo>
                <a:lnTo>
                  <a:pt x="1232533" y="1347042"/>
                </a:lnTo>
                <a:lnTo>
                  <a:pt x="1185744" y="1256171"/>
                </a:lnTo>
                <a:lnTo>
                  <a:pt x="1133574" y="1166964"/>
                </a:lnTo>
                <a:lnTo>
                  <a:pt x="1049559" y="1039347"/>
                </a:lnTo>
                <a:lnTo>
                  <a:pt x="959381" y="917857"/>
                </a:lnTo>
                <a:lnTo>
                  <a:pt x="863714" y="801794"/>
                </a:lnTo>
                <a:lnTo>
                  <a:pt x="763234" y="690455"/>
                </a:lnTo>
                <a:lnTo>
                  <a:pt x="622937" y="548139"/>
                </a:lnTo>
                <a:lnTo>
                  <a:pt x="439652" y="377769"/>
                </a:lnTo>
                <a:lnTo>
                  <a:pt x="0" y="0"/>
                </a:lnTo>
                <a:lnTo>
                  <a:pt x="3213148" y="0"/>
                </a:lnTo>
                <a:lnTo>
                  <a:pt x="3224327" y="439614"/>
                </a:lnTo>
                <a:lnTo>
                  <a:pt x="3219062" y="949365"/>
                </a:lnTo>
                <a:lnTo>
                  <a:pt x="3198495" y="1308696"/>
                </a:lnTo>
                <a:lnTo>
                  <a:pt x="3166536" y="1614854"/>
                </a:lnTo>
                <a:lnTo>
                  <a:pt x="3127998" y="1866766"/>
                </a:lnTo>
                <a:lnTo>
                  <a:pt x="3088393" y="2065140"/>
                </a:lnTo>
                <a:lnTo>
                  <a:pt x="3040230" y="2259902"/>
                </a:lnTo>
                <a:lnTo>
                  <a:pt x="2982812" y="2450306"/>
                </a:lnTo>
                <a:lnTo>
                  <a:pt x="2933253" y="2589801"/>
                </a:lnTo>
                <a:lnTo>
                  <a:pt x="2877801" y="2726111"/>
                </a:lnTo>
                <a:lnTo>
                  <a:pt x="2816159" y="2858921"/>
                </a:lnTo>
                <a:lnTo>
                  <a:pt x="2748034" y="2987917"/>
                </a:lnTo>
                <a:lnTo>
                  <a:pt x="2706623" y="3056021"/>
                </a:lnTo>
                <a:lnTo>
                  <a:pt x="2656964" y="3126975"/>
                </a:lnTo>
                <a:lnTo>
                  <a:pt x="2599854" y="3198980"/>
                </a:lnTo>
                <a:lnTo>
                  <a:pt x="2536092" y="3270237"/>
                </a:lnTo>
                <a:lnTo>
                  <a:pt x="2466476" y="3338945"/>
                </a:lnTo>
                <a:lnTo>
                  <a:pt x="2391806" y="3403305"/>
                </a:lnTo>
                <a:lnTo>
                  <a:pt x="2312880" y="3461517"/>
                </a:lnTo>
                <a:lnTo>
                  <a:pt x="2272070" y="3487756"/>
                </a:lnTo>
                <a:lnTo>
                  <a:pt x="2230496" y="3511782"/>
                </a:lnTo>
                <a:lnTo>
                  <a:pt x="2188257" y="3533372"/>
                </a:lnTo>
                <a:lnTo>
                  <a:pt x="2145453" y="3552300"/>
                </a:lnTo>
                <a:lnTo>
                  <a:pt x="2102184" y="3568341"/>
                </a:lnTo>
                <a:lnTo>
                  <a:pt x="2058549" y="3581271"/>
                </a:lnTo>
                <a:lnTo>
                  <a:pt x="2014649" y="3590863"/>
                </a:lnTo>
                <a:lnTo>
                  <a:pt x="1970583" y="3596895"/>
                </a:lnTo>
                <a:lnTo>
                  <a:pt x="1926452" y="3599139"/>
                </a:lnTo>
                <a:close/>
              </a:path>
            </a:pathLst>
          </a:custGeom>
          <a:solidFill>
            <a:srgbClr val="99DEF7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bg 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41" y="-1"/>
            <a:ext cx="1823725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97934" y="2687266"/>
            <a:ext cx="15292130" cy="2902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0" i="0">
                <a:solidFill>
                  <a:srgbClr val="12566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863530" y="5676982"/>
            <a:ext cx="6560938" cy="1159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rgbClr val="12566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rgbClr val="12566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12566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rgbClr val="12566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rgbClr val="12566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4651375" cy="10287000"/>
          </a:xfrm>
          <a:custGeom>
            <a:avLst/>
            <a:gdLst/>
            <a:ahLst/>
            <a:cxnLst/>
            <a:rect l="l" t="t" r="r" b="b"/>
            <a:pathLst>
              <a:path w="4651375" h="10287000">
                <a:moveTo>
                  <a:pt x="0" y="10286999"/>
                </a:moveTo>
                <a:lnTo>
                  <a:pt x="0" y="0"/>
                </a:lnTo>
                <a:lnTo>
                  <a:pt x="4651097" y="0"/>
                </a:lnTo>
                <a:lnTo>
                  <a:pt x="4651097" y="10286999"/>
                </a:lnTo>
                <a:lnTo>
                  <a:pt x="0" y="10286999"/>
                </a:lnTo>
                <a:close/>
              </a:path>
            </a:pathLst>
          </a:custGeom>
          <a:solidFill>
            <a:srgbClr val="D3D1D1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606424" y="-1"/>
            <a:ext cx="4587240" cy="10287000"/>
          </a:xfrm>
          <a:custGeom>
            <a:avLst/>
            <a:gdLst/>
            <a:ahLst/>
            <a:cxnLst/>
            <a:rect l="l" t="t" r="r" b="b"/>
            <a:pathLst>
              <a:path w="4587240" h="10287000">
                <a:moveTo>
                  <a:pt x="0" y="10286999"/>
                </a:moveTo>
                <a:lnTo>
                  <a:pt x="4587157" y="10286999"/>
                </a:lnTo>
                <a:lnTo>
                  <a:pt x="4587157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A6A5A5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148908" y="-1"/>
            <a:ext cx="4676775" cy="10287000"/>
          </a:xfrm>
          <a:custGeom>
            <a:avLst/>
            <a:gdLst/>
            <a:ahLst/>
            <a:cxnLst/>
            <a:rect l="l" t="t" r="r" b="b"/>
            <a:pathLst>
              <a:path w="4676775" h="10287000">
                <a:moveTo>
                  <a:pt x="4676504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4676504" y="0"/>
                </a:lnTo>
                <a:lnTo>
                  <a:pt x="4676504" y="10286999"/>
                </a:lnTo>
                <a:close/>
              </a:path>
            </a:pathLst>
          </a:custGeom>
          <a:solidFill>
            <a:srgbClr val="D3D1D1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3780738" y="-1"/>
            <a:ext cx="4507865" cy="10287000"/>
          </a:xfrm>
          <a:custGeom>
            <a:avLst/>
            <a:gdLst/>
            <a:ahLst/>
            <a:cxnLst/>
            <a:rect l="l" t="t" r="r" b="b"/>
            <a:pathLst>
              <a:path w="4507865" h="10287000">
                <a:moveTo>
                  <a:pt x="0" y="0"/>
                </a:moveTo>
                <a:lnTo>
                  <a:pt x="0" y="10286999"/>
                </a:lnTo>
                <a:lnTo>
                  <a:pt x="4507260" y="10286999"/>
                </a:lnTo>
                <a:lnTo>
                  <a:pt x="4507260" y="0"/>
                </a:lnTo>
                <a:lnTo>
                  <a:pt x="0" y="0"/>
                </a:lnTo>
                <a:close/>
              </a:path>
            </a:pathLst>
          </a:custGeom>
          <a:solidFill>
            <a:srgbClr val="A6A5A5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64955" y="-1"/>
            <a:ext cx="4586605" cy="10287000"/>
          </a:xfrm>
          <a:custGeom>
            <a:avLst/>
            <a:gdLst/>
            <a:ahLst/>
            <a:cxnLst/>
            <a:rect l="l" t="t" r="r" b="b"/>
            <a:pathLst>
              <a:path w="4586605" h="10287000">
                <a:moveTo>
                  <a:pt x="4586142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4586142" y="0"/>
                </a:lnTo>
                <a:lnTo>
                  <a:pt x="4586142" y="10286999"/>
                </a:lnTo>
                <a:close/>
              </a:path>
            </a:pathLst>
          </a:custGeom>
          <a:solidFill>
            <a:srgbClr val="FFFFFF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606424" y="-1"/>
            <a:ext cx="4587240" cy="10287000"/>
          </a:xfrm>
          <a:custGeom>
            <a:avLst/>
            <a:gdLst/>
            <a:ahLst/>
            <a:cxnLst/>
            <a:rect l="l" t="t" r="r" b="b"/>
            <a:pathLst>
              <a:path w="4587240" h="10287000">
                <a:moveTo>
                  <a:pt x="0" y="10286999"/>
                </a:moveTo>
                <a:lnTo>
                  <a:pt x="4587157" y="10286999"/>
                </a:lnTo>
                <a:lnTo>
                  <a:pt x="4587157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D3D1D1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64947" y="0"/>
            <a:ext cx="4586605" cy="10287000"/>
          </a:xfrm>
          <a:custGeom>
            <a:avLst/>
            <a:gdLst/>
            <a:ahLst/>
            <a:cxnLst/>
            <a:rect l="l" t="t" r="r" b="b"/>
            <a:pathLst>
              <a:path w="4586605" h="10287000">
                <a:moveTo>
                  <a:pt x="2597010" y="0"/>
                </a:moveTo>
                <a:lnTo>
                  <a:pt x="0" y="0"/>
                </a:lnTo>
                <a:lnTo>
                  <a:pt x="0" y="4227715"/>
                </a:lnTo>
                <a:lnTo>
                  <a:pt x="40055" y="4198378"/>
                </a:lnTo>
                <a:lnTo>
                  <a:pt x="79908" y="4168775"/>
                </a:lnTo>
                <a:lnTo>
                  <a:pt x="119557" y="4138892"/>
                </a:lnTo>
                <a:lnTo>
                  <a:pt x="159016" y="4108742"/>
                </a:lnTo>
                <a:lnTo>
                  <a:pt x="198272" y="4078325"/>
                </a:lnTo>
                <a:lnTo>
                  <a:pt x="237312" y="4047629"/>
                </a:lnTo>
                <a:lnTo>
                  <a:pt x="276148" y="4016679"/>
                </a:lnTo>
                <a:lnTo>
                  <a:pt x="314769" y="3985463"/>
                </a:lnTo>
                <a:lnTo>
                  <a:pt x="353174" y="3953980"/>
                </a:lnTo>
                <a:lnTo>
                  <a:pt x="391363" y="3922230"/>
                </a:lnTo>
                <a:lnTo>
                  <a:pt x="429323" y="3890213"/>
                </a:lnTo>
                <a:lnTo>
                  <a:pt x="467067" y="3857942"/>
                </a:lnTo>
                <a:lnTo>
                  <a:pt x="504583" y="3825417"/>
                </a:lnTo>
                <a:lnTo>
                  <a:pt x="541870" y="3792639"/>
                </a:lnTo>
                <a:lnTo>
                  <a:pt x="578929" y="3759593"/>
                </a:lnTo>
                <a:lnTo>
                  <a:pt x="615746" y="3726294"/>
                </a:lnTo>
                <a:lnTo>
                  <a:pt x="652335" y="3692741"/>
                </a:lnTo>
                <a:lnTo>
                  <a:pt x="688670" y="3658933"/>
                </a:lnTo>
                <a:lnTo>
                  <a:pt x="724776" y="3624884"/>
                </a:lnTo>
                <a:lnTo>
                  <a:pt x="760628" y="3590569"/>
                </a:lnTo>
                <a:lnTo>
                  <a:pt x="796226" y="3556025"/>
                </a:lnTo>
                <a:lnTo>
                  <a:pt x="831583" y="3521214"/>
                </a:lnTo>
                <a:lnTo>
                  <a:pt x="866673" y="3486162"/>
                </a:lnTo>
                <a:lnTo>
                  <a:pt x="901509" y="3450869"/>
                </a:lnTo>
                <a:lnTo>
                  <a:pt x="936091" y="3415334"/>
                </a:lnTo>
                <a:lnTo>
                  <a:pt x="970407" y="3379559"/>
                </a:lnTo>
                <a:lnTo>
                  <a:pt x="1004455" y="3343529"/>
                </a:lnTo>
                <a:lnTo>
                  <a:pt x="1038250" y="3307270"/>
                </a:lnTo>
                <a:lnTo>
                  <a:pt x="1071753" y="3270770"/>
                </a:lnTo>
                <a:lnTo>
                  <a:pt x="1104988" y="3234029"/>
                </a:lnTo>
                <a:lnTo>
                  <a:pt x="1137958" y="3197060"/>
                </a:lnTo>
                <a:lnTo>
                  <a:pt x="1170635" y="3159849"/>
                </a:lnTo>
                <a:lnTo>
                  <a:pt x="1203032" y="3122409"/>
                </a:lnTo>
                <a:lnTo>
                  <a:pt x="1235138" y="3084728"/>
                </a:lnTo>
                <a:lnTo>
                  <a:pt x="1266964" y="3046831"/>
                </a:lnTo>
                <a:lnTo>
                  <a:pt x="1298498" y="3008693"/>
                </a:lnTo>
                <a:lnTo>
                  <a:pt x="1329740" y="2970326"/>
                </a:lnTo>
                <a:lnTo>
                  <a:pt x="1360690" y="2931744"/>
                </a:lnTo>
                <a:lnTo>
                  <a:pt x="1391335" y="2892920"/>
                </a:lnTo>
                <a:lnTo>
                  <a:pt x="1421676" y="2853880"/>
                </a:lnTo>
                <a:lnTo>
                  <a:pt x="1451711" y="2814612"/>
                </a:lnTo>
                <a:lnTo>
                  <a:pt x="1481442" y="2775127"/>
                </a:lnTo>
                <a:lnTo>
                  <a:pt x="1510868" y="2735415"/>
                </a:lnTo>
                <a:lnTo>
                  <a:pt x="1539963" y="2695486"/>
                </a:lnTo>
                <a:lnTo>
                  <a:pt x="1568754" y="2655341"/>
                </a:lnTo>
                <a:lnTo>
                  <a:pt x="1597228" y="2614980"/>
                </a:lnTo>
                <a:lnTo>
                  <a:pt x="1625384" y="2574404"/>
                </a:lnTo>
                <a:lnTo>
                  <a:pt x="1653209" y="2533612"/>
                </a:lnTo>
                <a:lnTo>
                  <a:pt x="1680705" y="2492603"/>
                </a:lnTo>
                <a:lnTo>
                  <a:pt x="1707870" y="2451392"/>
                </a:lnTo>
                <a:lnTo>
                  <a:pt x="1734705" y="2409964"/>
                </a:lnTo>
                <a:lnTo>
                  <a:pt x="1761210" y="2368321"/>
                </a:lnTo>
                <a:lnTo>
                  <a:pt x="1787372" y="2326475"/>
                </a:lnTo>
                <a:lnTo>
                  <a:pt x="1813191" y="2284425"/>
                </a:lnTo>
                <a:lnTo>
                  <a:pt x="1838667" y="2242172"/>
                </a:lnTo>
                <a:lnTo>
                  <a:pt x="1863801" y="2199703"/>
                </a:lnTo>
                <a:lnTo>
                  <a:pt x="1888578" y="2157044"/>
                </a:lnTo>
                <a:lnTo>
                  <a:pt x="1913013" y="2114169"/>
                </a:lnTo>
                <a:lnTo>
                  <a:pt x="1937080" y="2071103"/>
                </a:lnTo>
                <a:lnTo>
                  <a:pt x="1960803" y="2027834"/>
                </a:lnTo>
                <a:lnTo>
                  <a:pt x="1984146" y="1984375"/>
                </a:lnTo>
                <a:lnTo>
                  <a:pt x="2007146" y="1940712"/>
                </a:lnTo>
                <a:lnTo>
                  <a:pt x="2029764" y="1896859"/>
                </a:lnTo>
                <a:lnTo>
                  <a:pt x="2052027" y="1852803"/>
                </a:lnTo>
                <a:lnTo>
                  <a:pt x="2073910" y="1808568"/>
                </a:lnTo>
                <a:lnTo>
                  <a:pt x="2095411" y="1764131"/>
                </a:lnTo>
                <a:lnTo>
                  <a:pt x="2116544" y="1719503"/>
                </a:lnTo>
                <a:lnTo>
                  <a:pt x="2137295" y="1674685"/>
                </a:lnTo>
                <a:lnTo>
                  <a:pt x="2157666" y="1629689"/>
                </a:lnTo>
                <a:lnTo>
                  <a:pt x="2177656" y="1584502"/>
                </a:lnTo>
                <a:lnTo>
                  <a:pt x="2197239" y="1539125"/>
                </a:lnTo>
                <a:lnTo>
                  <a:pt x="2216442" y="1493570"/>
                </a:lnTo>
                <a:lnTo>
                  <a:pt x="2235250" y="1447838"/>
                </a:lnTo>
                <a:lnTo>
                  <a:pt x="2253665" y="1401914"/>
                </a:lnTo>
                <a:lnTo>
                  <a:pt x="2271674" y="1355813"/>
                </a:lnTo>
                <a:lnTo>
                  <a:pt x="2289289" y="1309535"/>
                </a:lnTo>
                <a:lnTo>
                  <a:pt x="2306485" y="1263078"/>
                </a:lnTo>
                <a:lnTo>
                  <a:pt x="2323287" y="1216444"/>
                </a:lnTo>
                <a:lnTo>
                  <a:pt x="2339670" y="1169644"/>
                </a:lnTo>
                <a:lnTo>
                  <a:pt x="2355634" y="1122667"/>
                </a:lnTo>
                <a:lnTo>
                  <a:pt x="2371191" y="1075512"/>
                </a:lnTo>
                <a:lnTo>
                  <a:pt x="2386330" y="1028179"/>
                </a:lnTo>
                <a:lnTo>
                  <a:pt x="2401036" y="980694"/>
                </a:lnTo>
                <a:lnTo>
                  <a:pt x="2415324" y="933030"/>
                </a:lnTo>
                <a:lnTo>
                  <a:pt x="2429179" y="885202"/>
                </a:lnTo>
                <a:lnTo>
                  <a:pt x="2442616" y="837196"/>
                </a:lnTo>
                <a:lnTo>
                  <a:pt x="2455608" y="789038"/>
                </a:lnTo>
                <a:lnTo>
                  <a:pt x="2468168" y="740714"/>
                </a:lnTo>
                <a:lnTo>
                  <a:pt x="2480284" y="692238"/>
                </a:lnTo>
                <a:lnTo>
                  <a:pt x="2491968" y="643585"/>
                </a:lnTo>
                <a:lnTo>
                  <a:pt x="2503195" y="594779"/>
                </a:lnTo>
                <a:lnTo>
                  <a:pt x="2513990" y="545820"/>
                </a:lnTo>
                <a:lnTo>
                  <a:pt x="2524328" y="496697"/>
                </a:lnTo>
                <a:lnTo>
                  <a:pt x="2534208" y="447421"/>
                </a:lnTo>
                <a:lnTo>
                  <a:pt x="2544254" y="394182"/>
                </a:lnTo>
                <a:lnTo>
                  <a:pt x="2553589" y="341096"/>
                </a:lnTo>
                <a:lnTo>
                  <a:pt x="2562212" y="288163"/>
                </a:lnTo>
                <a:lnTo>
                  <a:pt x="2570137" y="235369"/>
                </a:lnTo>
                <a:lnTo>
                  <a:pt x="2577350" y="182740"/>
                </a:lnTo>
                <a:lnTo>
                  <a:pt x="2583865" y="130263"/>
                </a:lnTo>
                <a:lnTo>
                  <a:pt x="2589682" y="77952"/>
                </a:lnTo>
                <a:lnTo>
                  <a:pt x="2594813" y="25793"/>
                </a:lnTo>
                <a:lnTo>
                  <a:pt x="2597010" y="0"/>
                </a:lnTo>
                <a:close/>
              </a:path>
              <a:path w="4586605" h="10287000">
                <a:moveTo>
                  <a:pt x="4586148" y="8167421"/>
                </a:moveTo>
                <a:lnTo>
                  <a:pt x="4548073" y="8131759"/>
                </a:lnTo>
                <a:lnTo>
                  <a:pt x="4506950" y="8098383"/>
                </a:lnTo>
                <a:lnTo>
                  <a:pt x="4466602" y="8069542"/>
                </a:lnTo>
                <a:lnTo>
                  <a:pt x="4425200" y="8042046"/>
                </a:lnTo>
                <a:lnTo>
                  <a:pt x="4382808" y="8015872"/>
                </a:lnTo>
                <a:lnTo>
                  <a:pt x="4339501" y="7990980"/>
                </a:lnTo>
                <a:lnTo>
                  <a:pt x="4295381" y="7967383"/>
                </a:lnTo>
                <a:lnTo>
                  <a:pt x="4250499" y="7945044"/>
                </a:lnTo>
                <a:lnTo>
                  <a:pt x="4204957" y="7923936"/>
                </a:lnTo>
                <a:lnTo>
                  <a:pt x="4158831" y="7904061"/>
                </a:lnTo>
                <a:lnTo>
                  <a:pt x="4112183" y="7885379"/>
                </a:lnTo>
                <a:lnTo>
                  <a:pt x="4065105" y="7867878"/>
                </a:lnTo>
                <a:lnTo>
                  <a:pt x="4017670" y="7851546"/>
                </a:lnTo>
                <a:lnTo>
                  <a:pt x="3969969" y="7836357"/>
                </a:lnTo>
                <a:lnTo>
                  <a:pt x="3922064" y="7822298"/>
                </a:lnTo>
                <a:lnTo>
                  <a:pt x="3874033" y="7809331"/>
                </a:lnTo>
                <a:lnTo>
                  <a:pt x="3825976" y="7797457"/>
                </a:lnTo>
                <a:lnTo>
                  <a:pt x="3777958" y="7786649"/>
                </a:lnTo>
                <a:lnTo>
                  <a:pt x="3728796" y="7776985"/>
                </a:lnTo>
                <a:lnTo>
                  <a:pt x="3679545" y="7768501"/>
                </a:lnTo>
                <a:lnTo>
                  <a:pt x="3630206" y="7761198"/>
                </a:lnTo>
                <a:lnTo>
                  <a:pt x="3580803" y="7755039"/>
                </a:lnTo>
                <a:lnTo>
                  <a:pt x="3531336" y="7749997"/>
                </a:lnTo>
                <a:lnTo>
                  <a:pt x="3481819" y="7746047"/>
                </a:lnTo>
                <a:lnTo>
                  <a:pt x="3432251" y="7743152"/>
                </a:lnTo>
                <a:lnTo>
                  <a:pt x="3382670" y="7741298"/>
                </a:lnTo>
                <a:lnTo>
                  <a:pt x="3333064" y="7740447"/>
                </a:lnTo>
                <a:lnTo>
                  <a:pt x="3283445" y="7740574"/>
                </a:lnTo>
                <a:lnTo>
                  <a:pt x="3233839" y="7741653"/>
                </a:lnTo>
                <a:lnTo>
                  <a:pt x="3184233" y="7743660"/>
                </a:lnTo>
                <a:lnTo>
                  <a:pt x="3134652" y="7746555"/>
                </a:lnTo>
                <a:lnTo>
                  <a:pt x="3085109" y="7750327"/>
                </a:lnTo>
                <a:lnTo>
                  <a:pt x="3035604" y="7754950"/>
                </a:lnTo>
                <a:lnTo>
                  <a:pt x="2986151" y="7760386"/>
                </a:lnTo>
                <a:lnTo>
                  <a:pt x="2936760" y="7766596"/>
                </a:lnTo>
                <a:lnTo>
                  <a:pt x="2887434" y="7773581"/>
                </a:lnTo>
                <a:lnTo>
                  <a:pt x="2838196" y="7781290"/>
                </a:lnTo>
                <a:lnTo>
                  <a:pt x="2789059" y="7789723"/>
                </a:lnTo>
                <a:lnTo>
                  <a:pt x="2740012" y="7798816"/>
                </a:lnTo>
                <a:lnTo>
                  <a:pt x="2691092" y="7808569"/>
                </a:lnTo>
                <a:lnTo>
                  <a:pt x="2642285" y="7818945"/>
                </a:lnTo>
                <a:lnTo>
                  <a:pt x="2593619" y="7829918"/>
                </a:lnTo>
                <a:lnTo>
                  <a:pt x="2545092" y="7841462"/>
                </a:lnTo>
                <a:lnTo>
                  <a:pt x="2496731" y="7853540"/>
                </a:lnTo>
                <a:lnTo>
                  <a:pt x="2448522" y="7866151"/>
                </a:lnTo>
                <a:lnTo>
                  <a:pt x="2400490" y="7879232"/>
                </a:lnTo>
                <a:lnTo>
                  <a:pt x="2352649" y="7892783"/>
                </a:lnTo>
                <a:lnTo>
                  <a:pt x="2257552" y="7921155"/>
                </a:lnTo>
                <a:lnTo>
                  <a:pt x="2162162" y="7951419"/>
                </a:lnTo>
                <a:lnTo>
                  <a:pt x="2066328" y="7983639"/>
                </a:lnTo>
                <a:lnTo>
                  <a:pt x="1971128" y="8017434"/>
                </a:lnTo>
                <a:lnTo>
                  <a:pt x="1876513" y="8052752"/>
                </a:lnTo>
                <a:lnTo>
                  <a:pt x="1782508" y="8089544"/>
                </a:lnTo>
                <a:lnTo>
                  <a:pt x="1689061" y="8127746"/>
                </a:lnTo>
                <a:lnTo>
                  <a:pt x="1596186" y="8167294"/>
                </a:lnTo>
                <a:lnTo>
                  <a:pt x="1503832" y="8208137"/>
                </a:lnTo>
                <a:lnTo>
                  <a:pt x="1412011" y="8250225"/>
                </a:lnTo>
                <a:lnTo>
                  <a:pt x="1320698" y="8293481"/>
                </a:lnTo>
                <a:lnTo>
                  <a:pt x="1229868" y="8337880"/>
                </a:lnTo>
                <a:lnTo>
                  <a:pt x="1139507" y="8383333"/>
                </a:lnTo>
                <a:lnTo>
                  <a:pt x="1004811" y="8453399"/>
                </a:lnTo>
                <a:lnTo>
                  <a:pt x="871093" y="8525561"/>
                </a:lnTo>
                <a:lnTo>
                  <a:pt x="738276" y="8599614"/>
                </a:lnTo>
                <a:lnTo>
                  <a:pt x="606298" y="8675357"/>
                </a:lnTo>
                <a:lnTo>
                  <a:pt x="431571" y="8778672"/>
                </a:lnTo>
                <a:lnTo>
                  <a:pt x="214922" y="8910904"/>
                </a:lnTo>
                <a:lnTo>
                  <a:pt x="0" y="9045740"/>
                </a:lnTo>
                <a:lnTo>
                  <a:pt x="0" y="10287000"/>
                </a:lnTo>
                <a:lnTo>
                  <a:pt x="4586148" y="10287000"/>
                </a:lnTo>
                <a:lnTo>
                  <a:pt x="4586148" y="8167421"/>
                </a:lnTo>
                <a:close/>
              </a:path>
            </a:pathLst>
          </a:custGeom>
          <a:solidFill>
            <a:srgbClr val="6E9D2A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606423" y="8216155"/>
            <a:ext cx="3368675" cy="2071370"/>
          </a:xfrm>
          <a:custGeom>
            <a:avLst/>
            <a:gdLst/>
            <a:ahLst/>
            <a:cxnLst/>
            <a:rect l="l" t="t" r="r" b="b"/>
            <a:pathLst>
              <a:path w="3368675" h="2071370">
                <a:moveTo>
                  <a:pt x="3368103" y="2070841"/>
                </a:moveTo>
                <a:lnTo>
                  <a:pt x="0" y="2070841"/>
                </a:lnTo>
                <a:lnTo>
                  <a:pt x="0" y="0"/>
                </a:lnTo>
                <a:lnTo>
                  <a:pt x="32581" y="39115"/>
                </a:lnTo>
                <a:lnTo>
                  <a:pt x="63513" y="79637"/>
                </a:lnTo>
                <a:lnTo>
                  <a:pt x="121611" y="163928"/>
                </a:lnTo>
                <a:lnTo>
                  <a:pt x="258712" y="382246"/>
                </a:lnTo>
                <a:lnTo>
                  <a:pt x="316514" y="467500"/>
                </a:lnTo>
                <a:lnTo>
                  <a:pt x="380622" y="550089"/>
                </a:lnTo>
                <a:lnTo>
                  <a:pt x="449954" y="627020"/>
                </a:lnTo>
                <a:lnTo>
                  <a:pt x="522570" y="696421"/>
                </a:lnTo>
                <a:lnTo>
                  <a:pt x="598316" y="758585"/>
                </a:lnTo>
                <a:lnTo>
                  <a:pt x="677038" y="813802"/>
                </a:lnTo>
                <a:lnTo>
                  <a:pt x="758584" y="862366"/>
                </a:lnTo>
                <a:lnTo>
                  <a:pt x="842800" y="904567"/>
                </a:lnTo>
                <a:lnTo>
                  <a:pt x="929533" y="940696"/>
                </a:lnTo>
                <a:lnTo>
                  <a:pt x="1018630" y="971046"/>
                </a:lnTo>
                <a:lnTo>
                  <a:pt x="1109937" y="995908"/>
                </a:lnTo>
                <a:lnTo>
                  <a:pt x="1203302" y="1015574"/>
                </a:lnTo>
                <a:lnTo>
                  <a:pt x="1298570" y="1030335"/>
                </a:lnTo>
                <a:lnTo>
                  <a:pt x="1395589" y="1040483"/>
                </a:lnTo>
                <a:lnTo>
                  <a:pt x="1494206" y="1046309"/>
                </a:lnTo>
                <a:lnTo>
                  <a:pt x="1644791" y="1047583"/>
                </a:lnTo>
                <a:lnTo>
                  <a:pt x="1798108" y="1040774"/>
                </a:lnTo>
                <a:lnTo>
                  <a:pt x="2178325" y="1008476"/>
                </a:lnTo>
                <a:lnTo>
                  <a:pt x="2316157" y="1003077"/>
                </a:lnTo>
                <a:lnTo>
                  <a:pt x="2406048" y="1004896"/>
                </a:lnTo>
                <a:lnTo>
                  <a:pt x="2494099" y="1012509"/>
                </a:lnTo>
                <a:lnTo>
                  <a:pt x="2580104" y="1027166"/>
                </a:lnTo>
                <a:lnTo>
                  <a:pt x="2622275" y="1037526"/>
                </a:lnTo>
                <a:lnTo>
                  <a:pt x="2663858" y="1050117"/>
                </a:lnTo>
                <a:lnTo>
                  <a:pt x="2704825" y="1065093"/>
                </a:lnTo>
                <a:lnTo>
                  <a:pt x="2745152" y="1082611"/>
                </a:lnTo>
                <a:lnTo>
                  <a:pt x="2784813" y="1102827"/>
                </a:lnTo>
                <a:lnTo>
                  <a:pt x="2823781" y="1125899"/>
                </a:lnTo>
                <a:lnTo>
                  <a:pt x="2862032" y="1151981"/>
                </a:lnTo>
                <a:lnTo>
                  <a:pt x="2899539" y="1181230"/>
                </a:lnTo>
                <a:lnTo>
                  <a:pt x="2936276" y="1213803"/>
                </a:lnTo>
                <a:lnTo>
                  <a:pt x="2972218" y="1249856"/>
                </a:lnTo>
                <a:lnTo>
                  <a:pt x="3007339" y="1289544"/>
                </a:lnTo>
                <a:lnTo>
                  <a:pt x="3037086" y="1326448"/>
                </a:lnTo>
                <a:lnTo>
                  <a:pt x="3092756" y="1403003"/>
                </a:lnTo>
                <a:lnTo>
                  <a:pt x="3143502" y="1483004"/>
                </a:lnTo>
                <a:lnTo>
                  <a:pt x="3189532" y="1566192"/>
                </a:lnTo>
                <a:lnTo>
                  <a:pt x="3231054" y="1652305"/>
                </a:lnTo>
                <a:lnTo>
                  <a:pt x="3268278" y="1741085"/>
                </a:lnTo>
                <a:lnTo>
                  <a:pt x="3301410" y="1832270"/>
                </a:lnTo>
                <a:lnTo>
                  <a:pt x="3330660" y="1925600"/>
                </a:lnTo>
                <a:lnTo>
                  <a:pt x="3368103" y="2070841"/>
                </a:lnTo>
                <a:close/>
              </a:path>
            </a:pathLst>
          </a:custGeom>
          <a:solidFill>
            <a:srgbClr val="45541D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751077" y="-2"/>
            <a:ext cx="3224530" cy="3599179"/>
          </a:xfrm>
          <a:custGeom>
            <a:avLst/>
            <a:gdLst/>
            <a:ahLst/>
            <a:cxnLst/>
            <a:rect l="l" t="t" r="r" b="b"/>
            <a:pathLst>
              <a:path w="3224529" h="3599179">
                <a:moveTo>
                  <a:pt x="1926452" y="3599139"/>
                </a:moveTo>
                <a:lnTo>
                  <a:pt x="1882354" y="3597373"/>
                </a:lnTo>
                <a:lnTo>
                  <a:pt x="1838390" y="3591369"/>
                </a:lnTo>
                <a:lnTo>
                  <a:pt x="1794660" y="3580905"/>
                </a:lnTo>
                <a:lnTo>
                  <a:pt x="1757166" y="3566553"/>
                </a:lnTo>
                <a:lnTo>
                  <a:pt x="1723197" y="3546779"/>
                </a:lnTo>
                <a:lnTo>
                  <a:pt x="1692569" y="3522024"/>
                </a:lnTo>
                <a:lnTo>
                  <a:pt x="1665095" y="3492733"/>
                </a:lnTo>
                <a:lnTo>
                  <a:pt x="1640587" y="3459347"/>
                </a:lnTo>
                <a:lnTo>
                  <a:pt x="1618860" y="3422309"/>
                </a:lnTo>
                <a:lnTo>
                  <a:pt x="1599726" y="3382063"/>
                </a:lnTo>
                <a:lnTo>
                  <a:pt x="1583000" y="3339051"/>
                </a:lnTo>
                <a:lnTo>
                  <a:pt x="1568495" y="3293716"/>
                </a:lnTo>
                <a:lnTo>
                  <a:pt x="1556025" y="3246501"/>
                </a:lnTo>
                <a:lnTo>
                  <a:pt x="1545402" y="3197849"/>
                </a:lnTo>
                <a:lnTo>
                  <a:pt x="1528955" y="3098004"/>
                </a:lnTo>
                <a:lnTo>
                  <a:pt x="1517661" y="2997724"/>
                </a:lnTo>
                <a:lnTo>
                  <a:pt x="1499780" y="2729704"/>
                </a:lnTo>
                <a:lnTo>
                  <a:pt x="1440954" y="2099096"/>
                </a:lnTo>
                <a:lnTo>
                  <a:pt x="1410268" y="1906763"/>
                </a:lnTo>
                <a:lnTo>
                  <a:pt x="1379634" y="1764442"/>
                </a:lnTo>
                <a:lnTo>
                  <a:pt x="1340801" y="1623737"/>
                </a:lnTo>
                <a:lnTo>
                  <a:pt x="1309617" y="1530815"/>
                </a:lnTo>
                <a:lnTo>
                  <a:pt x="1273675" y="1438586"/>
                </a:lnTo>
                <a:lnTo>
                  <a:pt x="1232533" y="1347042"/>
                </a:lnTo>
                <a:lnTo>
                  <a:pt x="1185744" y="1256171"/>
                </a:lnTo>
                <a:lnTo>
                  <a:pt x="1133574" y="1166964"/>
                </a:lnTo>
                <a:lnTo>
                  <a:pt x="1049559" y="1039347"/>
                </a:lnTo>
                <a:lnTo>
                  <a:pt x="959381" y="917857"/>
                </a:lnTo>
                <a:lnTo>
                  <a:pt x="863714" y="801794"/>
                </a:lnTo>
                <a:lnTo>
                  <a:pt x="763234" y="690455"/>
                </a:lnTo>
                <a:lnTo>
                  <a:pt x="622937" y="548139"/>
                </a:lnTo>
                <a:lnTo>
                  <a:pt x="439652" y="377769"/>
                </a:lnTo>
                <a:lnTo>
                  <a:pt x="0" y="0"/>
                </a:lnTo>
                <a:lnTo>
                  <a:pt x="3213148" y="0"/>
                </a:lnTo>
                <a:lnTo>
                  <a:pt x="3224327" y="439614"/>
                </a:lnTo>
                <a:lnTo>
                  <a:pt x="3219062" y="949365"/>
                </a:lnTo>
                <a:lnTo>
                  <a:pt x="3198495" y="1308696"/>
                </a:lnTo>
                <a:lnTo>
                  <a:pt x="3166536" y="1614854"/>
                </a:lnTo>
                <a:lnTo>
                  <a:pt x="3127998" y="1866766"/>
                </a:lnTo>
                <a:lnTo>
                  <a:pt x="3088393" y="2065140"/>
                </a:lnTo>
                <a:lnTo>
                  <a:pt x="3040230" y="2259902"/>
                </a:lnTo>
                <a:lnTo>
                  <a:pt x="2982812" y="2450306"/>
                </a:lnTo>
                <a:lnTo>
                  <a:pt x="2933253" y="2589801"/>
                </a:lnTo>
                <a:lnTo>
                  <a:pt x="2877801" y="2726111"/>
                </a:lnTo>
                <a:lnTo>
                  <a:pt x="2816159" y="2858921"/>
                </a:lnTo>
                <a:lnTo>
                  <a:pt x="2748034" y="2987917"/>
                </a:lnTo>
                <a:lnTo>
                  <a:pt x="2706623" y="3056021"/>
                </a:lnTo>
                <a:lnTo>
                  <a:pt x="2656964" y="3126975"/>
                </a:lnTo>
                <a:lnTo>
                  <a:pt x="2599854" y="3198980"/>
                </a:lnTo>
                <a:lnTo>
                  <a:pt x="2536092" y="3270237"/>
                </a:lnTo>
                <a:lnTo>
                  <a:pt x="2466476" y="3338945"/>
                </a:lnTo>
                <a:lnTo>
                  <a:pt x="2391806" y="3403305"/>
                </a:lnTo>
                <a:lnTo>
                  <a:pt x="2312880" y="3461517"/>
                </a:lnTo>
                <a:lnTo>
                  <a:pt x="2272070" y="3487756"/>
                </a:lnTo>
                <a:lnTo>
                  <a:pt x="2230496" y="3511782"/>
                </a:lnTo>
                <a:lnTo>
                  <a:pt x="2188257" y="3533372"/>
                </a:lnTo>
                <a:lnTo>
                  <a:pt x="2145453" y="3552300"/>
                </a:lnTo>
                <a:lnTo>
                  <a:pt x="2102184" y="3568341"/>
                </a:lnTo>
                <a:lnTo>
                  <a:pt x="2058549" y="3581271"/>
                </a:lnTo>
                <a:lnTo>
                  <a:pt x="2014649" y="3590863"/>
                </a:lnTo>
                <a:lnTo>
                  <a:pt x="1970583" y="3596895"/>
                </a:lnTo>
                <a:lnTo>
                  <a:pt x="1926452" y="3599139"/>
                </a:lnTo>
                <a:close/>
              </a:path>
            </a:pathLst>
          </a:custGeom>
          <a:solidFill>
            <a:srgbClr val="99DEF7">
              <a:alpha val="5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13299" y="1525355"/>
            <a:ext cx="9249410" cy="14863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0" i="0">
                <a:solidFill>
                  <a:srgbClr val="12566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89168" y="3483976"/>
            <a:ext cx="8509663" cy="4321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rgbClr val="12566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850" spc="10545">
                <a:solidFill>
                  <a:srgbClr val="000000"/>
                </a:solidFill>
              </a:rPr>
              <a:t>Air</a:t>
            </a:r>
            <a:r>
              <a:rPr dirty="0" sz="18850" spc="2310">
                <a:solidFill>
                  <a:srgbClr val="000000"/>
                </a:solidFill>
              </a:rPr>
              <a:t> </a:t>
            </a:r>
            <a:r>
              <a:rPr dirty="0" sz="18850" spc="3395">
                <a:solidFill>
                  <a:srgbClr val="000000"/>
                </a:solidFill>
              </a:rPr>
              <a:t>wave</a:t>
            </a:r>
            <a:endParaRPr sz="18850"/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400" spc="1425">
                <a:solidFill>
                  <a:srgbClr val="000000"/>
                </a:solidFill>
                <a:latin typeface="Verdana"/>
                <a:cs typeface="Verdana"/>
              </a:rPr>
              <a:t>Adventure</a:t>
            </a:r>
            <a:endParaRPr sz="7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28761" y="1035857"/>
            <a:ext cx="16227425" cy="8195945"/>
            <a:chOff x="1028761" y="1035857"/>
            <a:chExt cx="16227425" cy="819594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61" y="1035857"/>
              <a:ext cx="16226907" cy="819589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485290" y="1425701"/>
              <a:ext cx="15524480" cy="7349490"/>
            </a:xfrm>
            <a:custGeom>
              <a:avLst/>
              <a:gdLst/>
              <a:ahLst/>
              <a:cxnLst/>
              <a:rect l="l" t="t" r="r" b="b"/>
              <a:pathLst>
                <a:path w="15524480" h="7349490">
                  <a:moveTo>
                    <a:pt x="1802155" y="22580"/>
                  </a:moveTo>
                  <a:lnTo>
                    <a:pt x="1777784" y="61734"/>
                  </a:lnTo>
                  <a:lnTo>
                    <a:pt x="1746135" y="93522"/>
                  </a:lnTo>
                  <a:lnTo>
                    <a:pt x="1708734" y="117970"/>
                  </a:lnTo>
                  <a:lnTo>
                    <a:pt x="1667103" y="135102"/>
                  </a:lnTo>
                  <a:lnTo>
                    <a:pt x="1622780" y="144919"/>
                  </a:lnTo>
                  <a:lnTo>
                    <a:pt x="1577263" y="147459"/>
                  </a:lnTo>
                  <a:lnTo>
                    <a:pt x="1510880" y="142214"/>
                  </a:lnTo>
                  <a:lnTo>
                    <a:pt x="1458341" y="127203"/>
                  </a:lnTo>
                  <a:lnTo>
                    <a:pt x="1438262" y="116306"/>
                  </a:lnTo>
                  <a:lnTo>
                    <a:pt x="1417637" y="105117"/>
                  </a:lnTo>
                  <a:lnTo>
                    <a:pt x="1386763" y="78663"/>
                  </a:lnTo>
                  <a:lnTo>
                    <a:pt x="1363700" y="50520"/>
                  </a:lnTo>
                  <a:lnTo>
                    <a:pt x="1346441" y="23406"/>
                  </a:lnTo>
                  <a:lnTo>
                    <a:pt x="1332979" y="0"/>
                  </a:lnTo>
                  <a:lnTo>
                    <a:pt x="1310728" y="31419"/>
                  </a:lnTo>
                  <a:lnTo>
                    <a:pt x="1283487" y="64414"/>
                  </a:lnTo>
                  <a:lnTo>
                    <a:pt x="1247546" y="94564"/>
                  </a:lnTo>
                  <a:lnTo>
                    <a:pt x="1199184" y="117462"/>
                  </a:lnTo>
                  <a:lnTo>
                    <a:pt x="1134681" y="128663"/>
                  </a:lnTo>
                  <a:lnTo>
                    <a:pt x="1067663" y="127571"/>
                  </a:lnTo>
                  <a:lnTo>
                    <a:pt x="1015034" y="116141"/>
                  </a:lnTo>
                  <a:lnTo>
                    <a:pt x="974458" y="97574"/>
                  </a:lnTo>
                  <a:lnTo>
                    <a:pt x="943533" y="75069"/>
                  </a:lnTo>
                  <a:lnTo>
                    <a:pt x="901166" y="31038"/>
                  </a:lnTo>
                  <a:lnTo>
                    <a:pt x="901026" y="30988"/>
                  </a:lnTo>
                  <a:lnTo>
                    <a:pt x="882269" y="51803"/>
                  </a:lnTo>
                  <a:lnTo>
                    <a:pt x="827709" y="97561"/>
                  </a:lnTo>
                  <a:lnTo>
                    <a:pt x="787120" y="116141"/>
                  </a:lnTo>
                  <a:lnTo>
                    <a:pt x="734504" y="127571"/>
                  </a:lnTo>
                  <a:lnTo>
                    <a:pt x="667473" y="128663"/>
                  </a:lnTo>
                  <a:lnTo>
                    <a:pt x="602970" y="117462"/>
                  </a:lnTo>
                  <a:lnTo>
                    <a:pt x="554609" y="94564"/>
                  </a:lnTo>
                  <a:lnTo>
                    <a:pt x="518668" y="64414"/>
                  </a:lnTo>
                  <a:lnTo>
                    <a:pt x="491426" y="31419"/>
                  </a:lnTo>
                  <a:lnTo>
                    <a:pt x="469176" y="0"/>
                  </a:lnTo>
                  <a:lnTo>
                    <a:pt x="455714" y="23406"/>
                  </a:lnTo>
                  <a:lnTo>
                    <a:pt x="415391" y="78663"/>
                  </a:lnTo>
                  <a:lnTo>
                    <a:pt x="384517" y="105117"/>
                  </a:lnTo>
                  <a:lnTo>
                    <a:pt x="343814" y="127203"/>
                  </a:lnTo>
                  <a:lnTo>
                    <a:pt x="291274" y="142214"/>
                  </a:lnTo>
                  <a:lnTo>
                    <a:pt x="224891" y="147459"/>
                  </a:lnTo>
                  <a:lnTo>
                    <a:pt x="179374" y="144919"/>
                  </a:lnTo>
                  <a:lnTo>
                    <a:pt x="135051" y="135102"/>
                  </a:lnTo>
                  <a:lnTo>
                    <a:pt x="93421" y="117970"/>
                  </a:lnTo>
                  <a:lnTo>
                    <a:pt x="56019" y="93522"/>
                  </a:lnTo>
                  <a:lnTo>
                    <a:pt x="24371" y="61734"/>
                  </a:lnTo>
                  <a:lnTo>
                    <a:pt x="0" y="22580"/>
                  </a:lnTo>
                  <a:lnTo>
                    <a:pt x="15049" y="62674"/>
                  </a:lnTo>
                  <a:lnTo>
                    <a:pt x="37592" y="97561"/>
                  </a:lnTo>
                  <a:lnTo>
                    <a:pt x="66535" y="127165"/>
                  </a:lnTo>
                  <a:lnTo>
                    <a:pt x="100787" y="151409"/>
                  </a:lnTo>
                  <a:lnTo>
                    <a:pt x="139293" y="170218"/>
                  </a:lnTo>
                  <a:lnTo>
                    <a:pt x="180949" y="183515"/>
                  </a:lnTo>
                  <a:lnTo>
                    <a:pt x="224675" y="191236"/>
                  </a:lnTo>
                  <a:lnTo>
                    <a:pt x="269405" y="193306"/>
                  </a:lnTo>
                  <a:lnTo>
                    <a:pt x="314045" y="189661"/>
                  </a:lnTo>
                  <a:lnTo>
                    <a:pt x="357530" y="180200"/>
                  </a:lnTo>
                  <a:lnTo>
                    <a:pt x="398741" y="164871"/>
                  </a:lnTo>
                  <a:lnTo>
                    <a:pt x="429755" y="147459"/>
                  </a:lnTo>
                  <a:lnTo>
                    <a:pt x="436638" y="143598"/>
                  </a:lnTo>
                  <a:lnTo>
                    <a:pt x="470115" y="116306"/>
                  </a:lnTo>
                  <a:lnTo>
                    <a:pt x="503491" y="147256"/>
                  </a:lnTo>
                  <a:lnTo>
                    <a:pt x="542251" y="172034"/>
                  </a:lnTo>
                  <a:lnTo>
                    <a:pt x="585177" y="190614"/>
                  </a:lnTo>
                  <a:lnTo>
                    <a:pt x="631063" y="203022"/>
                  </a:lnTo>
                  <a:lnTo>
                    <a:pt x="678700" y="209245"/>
                  </a:lnTo>
                  <a:lnTo>
                    <a:pt x="726897" y="209308"/>
                  </a:lnTo>
                  <a:lnTo>
                    <a:pt x="774420" y="203212"/>
                  </a:lnTo>
                  <a:lnTo>
                    <a:pt x="820077" y="190957"/>
                  </a:lnTo>
                  <a:lnTo>
                    <a:pt x="862660" y="172542"/>
                  </a:lnTo>
                  <a:lnTo>
                    <a:pt x="900950" y="147980"/>
                  </a:lnTo>
                  <a:lnTo>
                    <a:pt x="901077" y="148082"/>
                  </a:lnTo>
                  <a:lnTo>
                    <a:pt x="901204" y="147980"/>
                  </a:lnTo>
                  <a:lnTo>
                    <a:pt x="939495" y="172542"/>
                  </a:lnTo>
                  <a:lnTo>
                    <a:pt x="982078" y="190957"/>
                  </a:lnTo>
                  <a:lnTo>
                    <a:pt x="1027734" y="203212"/>
                  </a:lnTo>
                  <a:lnTo>
                    <a:pt x="1075258" y="209308"/>
                  </a:lnTo>
                  <a:lnTo>
                    <a:pt x="1123454" y="209245"/>
                  </a:lnTo>
                  <a:lnTo>
                    <a:pt x="1171092" y="203022"/>
                  </a:lnTo>
                  <a:lnTo>
                    <a:pt x="1216977" y="190614"/>
                  </a:lnTo>
                  <a:lnTo>
                    <a:pt x="1259903" y="172034"/>
                  </a:lnTo>
                  <a:lnTo>
                    <a:pt x="1297533" y="147980"/>
                  </a:lnTo>
                  <a:lnTo>
                    <a:pt x="1318704" y="128663"/>
                  </a:lnTo>
                  <a:lnTo>
                    <a:pt x="1332039" y="116306"/>
                  </a:lnTo>
                  <a:lnTo>
                    <a:pt x="1365516" y="143598"/>
                  </a:lnTo>
                  <a:lnTo>
                    <a:pt x="1403413" y="164871"/>
                  </a:lnTo>
                  <a:lnTo>
                    <a:pt x="1444625" y="180200"/>
                  </a:lnTo>
                  <a:lnTo>
                    <a:pt x="1488097" y="189661"/>
                  </a:lnTo>
                  <a:lnTo>
                    <a:pt x="1532750" y="193306"/>
                  </a:lnTo>
                  <a:lnTo>
                    <a:pt x="1577479" y="191236"/>
                  </a:lnTo>
                  <a:lnTo>
                    <a:pt x="1621205" y="183515"/>
                  </a:lnTo>
                  <a:lnTo>
                    <a:pt x="1662861" y="170218"/>
                  </a:lnTo>
                  <a:lnTo>
                    <a:pt x="1701368" y="151409"/>
                  </a:lnTo>
                  <a:lnTo>
                    <a:pt x="1706930" y="147459"/>
                  </a:lnTo>
                  <a:lnTo>
                    <a:pt x="1735569" y="127203"/>
                  </a:lnTo>
                  <a:lnTo>
                    <a:pt x="1764550" y="97574"/>
                  </a:lnTo>
                  <a:lnTo>
                    <a:pt x="1787105" y="62674"/>
                  </a:lnTo>
                  <a:lnTo>
                    <a:pt x="1802155" y="22580"/>
                  </a:lnTo>
                  <a:close/>
                </a:path>
                <a:path w="15524480" h="7349490">
                  <a:moveTo>
                    <a:pt x="2170201" y="334505"/>
                  </a:moveTo>
                  <a:lnTo>
                    <a:pt x="2145842" y="373659"/>
                  </a:lnTo>
                  <a:lnTo>
                    <a:pt x="2114194" y="405447"/>
                  </a:lnTo>
                  <a:lnTo>
                    <a:pt x="2076792" y="429895"/>
                  </a:lnTo>
                  <a:lnTo>
                    <a:pt x="2035162" y="447027"/>
                  </a:lnTo>
                  <a:lnTo>
                    <a:pt x="1990839" y="456844"/>
                  </a:lnTo>
                  <a:lnTo>
                    <a:pt x="1945322" y="459384"/>
                  </a:lnTo>
                  <a:lnTo>
                    <a:pt x="1878939" y="454139"/>
                  </a:lnTo>
                  <a:lnTo>
                    <a:pt x="1826399" y="439127"/>
                  </a:lnTo>
                  <a:lnTo>
                    <a:pt x="1806321" y="428231"/>
                  </a:lnTo>
                  <a:lnTo>
                    <a:pt x="1785696" y="417042"/>
                  </a:lnTo>
                  <a:lnTo>
                    <a:pt x="1754822" y="390588"/>
                  </a:lnTo>
                  <a:lnTo>
                    <a:pt x="1731759" y="362445"/>
                  </a:lnTo>
                  <a:lnTo>
                    <a:pt x="1714500" y="335330"/>
                  </a:lnTo>
                  <a:lnTo>
                    <a:pt x="1701038" y="311924"/>
                  </a:lnTo>
                  <a:lnTo>
                    <a:pt x="1678774" y="343344"/>
                  </a:lnTo>
                  <a:lnTo>
                    <a:pt x="1651546" y="376339"/>
                  </a:lnTo>
                  <a:lnTo>
                    <a:pt x="1615605" y="406488"/>
                  </a:lnTo>
                  <a:lnTo>
                    <a:pt x="1567243" y="429387"/>
                  </a:lnTo>
                  <a:lnTo>
                    <a:pt x="1502740" y="440588"/>
                  </a:lnTo>
                  <a:lnTo>
                    <a:pt x="1435722" y="439496"/>
                  </a:lnTo>
                  <a:lnTo>
                    <a:pt x="1383093" y="428066"/>
                  </a:lnTo>
                  <a:lnTo>
                    <a:pt x="1342517" y="409498"/>
                  </a:lnTo>
                  <a:lnTo>
                    <a:pt x="1311592" y="386994"/>
                  </a:lnTo>
                  <a:lnTo>
                    <a:pt x="1269225" y="342963"/>
                  </a:lnTo>
                  <a:lnTo>
                    <a:pt x="1269098" y="342912"/>
                  </a:lnTo>
                  <a:lnTo>
                    <a:pt x="1250340" y="363728"/>
                  </a:lnTo>
                  <a:lnTo>
                    <a:pt x="1195768" y="409486"/>
                  </a:lnTo>
                  <a:lnTo>
                    <a:pt x="1155179" y="428066"/>
                  </a:lnTo>
                  <a:lnTo>
                    <a:pt x="1102563" y="439496"/>
                  </a:lnTo>
                  <a:lnTo>
                    <a:pt x="1035532" y="440588"/>
                  </a:lnTo>
                  <a:lnTo>
                    <a:pt x="971029" y="429387"/>
                  </a:lnTo>
                  <a:lnTo>
                    <a:pt x="922667" y="406488"/>
                  </a:lnTo>
                  <a:lnTo>
                    <a:pt x="886726" y="376339"/>
                  </a:lnTo>
                  <a:lnTo>
                    <a:pt x="859485" y="343344"/>
                  </a:lnTo>
                  <a:lnTo>
                    <a:pt x="837234" y="311924"/>
                  </a:lnTo>
                  <a:lnTo>
                    <a:pt x="823772" y="335330"/>
                  </a:lnTo>
                  <a:lnTo>
                    <a:pt x="783450" y="390588"/>
                  </a:lnTo>
                  <a:lnTo>
                    <a:pt x="752576" y="417042"/>
                  </a:lnTo>
                  <a:lnTo>
                    <a:pt x="711873" y="439127"/>
                  </a:lnTo>
                  <a:lnTo>
                    <a:pt x="659333" y="454139"/>
                  </a:lnTo>
                  <a:lnTo>
                    <a:pt x="592950" y="459384"/>
                  </a:lnTo>
                  <a:lnTo>
                    <a:pt x="547433" y="456844"/>
                  </a:lnTo>
                  <a:lnTo>
                    <a:pt x="503110" y="447027"/>
                  </a:lnTo>
                  <a:lnTo>
                    <a:pt x="461479" y="429895"/>
                  </a:lnTo>
                  <a:lnTo>
                    <a:pt x="424078" y="405447"/>
                  </a:lnTo>
                  <a:lnTo>
                    <a:pt x="392430" y="373659"/>
                  </a:lnTo>
                  <a:lnTo>
                    <a:pt x="368058" y="334505"/>
                  </a:lnTo>
                  <a:lnTo>
                    <a:pt x="383108" y="374599"/>
                  </a:lnTo>
                  <a:lnTo>
                    <a:pt x="405650" y="409486"/>
                  </a:lnTo>
                  <a:lnTo>
                    <a:pt x="434581" y="439089"/>
                  </a:lnTo>
                  <a:lnTo>
                    <a:pt x="468845" y="463334"/>
                  </a:lnTo>
                  <a:lnTo>
                    <a:pt x="507352" y="482142"/>
                  </a:lnTo>
                  <a:lnTo>
                    <a:pt x="549008" y="495439"/>
                  </a:lnTo>
                  <a:lnTo>
                    <a:pt x="592734" y="503161"/>
                  </a:lnTo>
                  <a:lnTo>
                    <a:pt x="637463" y="505231"/>
                  </a:lnTo>
                  <a:lnTo>
                    <a:pt x="682104" y="501586"/>
                  </a:lnTo>
                  <a:lnTo>
                    <a:pt x="725576" y="492125"/>
                  </a:lnTo>
                  <a:lnTo>
                    <a:pt x="766800" y="476796"/>
                  </a:lnTo>
                  <a:lnTo>
                    <a:pt x="797814" y="459384"/>
                  </a:lnTo>
                  <a:lnTo>
                    <a:pt x="804697" y="455523"/>
                  </a:lnTo>
                  <a:lnTo>
                    <a:pt x="838174" y="428231"/>
                  </a:lnTo>
                  <a:lnTo>
                    <a:pt x="871550" y="459181"/>
                  </a:lnTo>
                  <a:lnTo>
                    <a:pt x="910310" y="483958"/>
                  </a:lnTo>
                  <a:lnTo>
                    <a:pt x="953236" y="502539"/>
                  </a:lnTo>
                  <a:lnTo>
                    <a:pt x="999121" y="514946"/>
                  </a:lnTo>
                  <a:lnTo>
                    <a:pt x="1046759" y="521169"/>
                  </a:lnTo>
                  <a:lnTo>
                    <a:pt x="1094955" y="521233"/>
                  </a:lnTo>
                  <a:lnTo>
                    <a:pt x="1142479" y="515137"/>
                  </a:lnTo>
                  <a:lnTo>
                    <a:pt x="1188135" y="502881"/>
                  </a:lnTo>
                  <a:lnTo>
                    <a:pt x="1230718" y="484466"/>
                  </a:lnTo>
                  <a:lnTo>
                    <a:pt x="1269009" y="459905"/>
                  </a:lnTo>
                  <a:lnTo>
                    <a:pt x="1269136" y="460006"/>
                  </a:lnTo>
                  <a:lnTo>
                    <a:pt x="1269263" y="459905"/>
                  </a:lnTo>
                  <a:lnTo>
                    <a:pt x="1307553" y="484466"/>
                  </a:lnTo>
                  <a:lnTo>
                    <a:pt x="1350124" y="502881"/>
                  </a:lnTo>
                  <a:lnTo>
                    <a:pt x="1395793" y="515137"/>
                  </a:lnTo>
                  <a:lnTo>
                    <a:pt x="1443316" y="521233"/>
                  </a:lnTo>
                  <a:lnTo>
                    <a:pt x="1491500" y="521169"/>
                  </a:lnTo>
                  <a:lnTo>
                    <a:pt x="1539151" y="514946"/>
                  </a:lnTo>
                  <a:lnTo>
                    <a:pt x="1585036" y="502539"/>
                  </a:lnTo>
                  <a:lnTo>
                    <a:pt x="1627962" y="483958"/>
                  </a:lnTo>
                  <a:lnTo>
                    <a:pt x="1665592" y="459905"/>
                  </a:lnTo>
                  <a:lnTo>
                    <a:pt x="1686763" y="440588"/>
                  </a:lnTo>
                  <a:lnTo>
                    <a:pt x="1700098" y="428231"/>
                  </a:lnTo>
                  <a:lnTo>
                    <a:pt x="1733575" y="455523"/>
                  </a:lnTo>
                  <a:lnTo>
                    <a:pt x="1771459" y="476796"/>
                  </a:lnTo>
                  <a:lnTo>
                    <a:pt x="1812683" y="492125"/>
                  </a:lnTo>
                  <a:lnTo>
                    <a:pt x="1856155" y="501586"/>
                  </a:lnTo>
                  <a:lnTo>
                    <a:pt x="1900796" y="505231"/>
                  </a:lnTo>
                  <a:lnTo>
                    <a:pt x="1945525" y="503161"/>
                  </a:lnTo>
                  <a:lnTo>
                    <a:pt x="1989264" y="495439"/>
                  </a:lnTo>
                  <a:lnTo>
                    <a:pt x="2030920" y="482142"/>
                  </a:lnTo>
                  <a:lnTo>
                    <a:pt x="2069426" y="463334"/>
                  </a:lnTo>
                  <a:lnTo>
                    <a:pt x="2074989" y="459384"/>
                  </a:lnTo>
                  <a:lnTo>
                    <a:pt x="2103628" y="439127"/>
                  </a:lnTo>
                  <a:lnTo>
                    <a:pt x="2132609" y="409498"/>
                  </a:lnTo>
                  <a:lnTo>
                    <a:pt x="2155152" y="374599"/>
                  </a:lnTo>
                  <a:lnTo>
                    <a:pt x="2170201" y="334505"/>
                  </a:lnTo>
                  <a:close/>
                </a:path>
                <a:path w="15524480" h="7349490">
                  <a:moveTo>
                    <a:pt x="3037192" y="6850583"/>
                  </a:moveTo>
                  <a:lnTo>
                    <a:pt x="3012821" y="6889737"/>
                  </a:lnTo>
                  <a:lnTo>
                    <a:pt x="2981172" y="6921525"/>
                  </a:lnTo>
                  <a:lnTo>
                    <a:pt x="2943783" y="6945973"/>
                  </a:lnTo>
                  <a:lnTo>
                    <a:pt x="2902153" y="6963105"/>
                  </a:lnTo>
                  <a:lnTo>
                    <a:pt x="2857817" y="6972922"/>
                  </a:lnTo>
                  <a:lnTo>
                    <a:pt x="2812300" y="6975462"/>
                  </a:lnTo>
                  <a:lnTo>
                    <a:pt x="2745917" y="6970217"/>
                  </a:lnTo>
                  <a:lnTo>
                    <a:pt x="2693390" y="6955206"/>
                  </a:lnTo>
                  <a:lnTo>
                    <a:pt x="2652687" y="6933120"/>
                  </a:lnTo>
                  <a:lnTo>
                    <a:pt x="2621800" y="6906666"/>
                  </a:lnTo>
                  <a:lnTo>
                    <a:pt x="2581478" y="6851409"/>
                  </a:lnTo>
                  <a:lnTo>
                    <a:pt x="2568016" y="6828002"/>
                  </a:lnTo>
                  <a:lnTo>
                    <a:pt x="2545765" y="6859422"/>
                  </a:lnTo>
                  <a:lnTo>
                    <a:pt x="2518524" y="6892417"/>
                  </a:lnTo>
                  <a:lnTo>
                    <a:pt x="2482583" y="6922567"/>
                  </a:lnTo>
                  <a:lnTo>
                    <a:pt x="2434221" y="6945465"/>
                  </a:lnTo>
                  <a:lnTo>
                    <a:pt x="2369718" y="6956666"/>
                  </a:lnTo>
                  <a:lnTo>
                    <a:pt x="2302700" y="6955574"/>
                  </a:lnTo>
                  <a:lnTo>
                    <a:pt x="2250071" y="6944144"/>
                  </a:lnTo>
                  <a:lnTo>
                    <a:pt x="2209495" y="6925577"/>
                  </a:lnTo>
                  <a:lnTo>
                    <a:pt x="2178570" y="6903072"/>
                  </a:lnTo>
                  <a:lnTo>
                    <a:pt x="2136203" y="6859041"/>
                  </a:lnTo>
                  <a:lnTo>
                    <a:pt x="2136063" y="6858990"/>
                  </a:lnTo>
                  <a:lnTo>
                    <a:pt x="2117318" y="6879806"/>
                  </a:lnTo>
                  <a:lnTo>
                    <a:pt x="2093658" y="6903059"/>
                  </a:lnTo>
                  <a:lnTo>
                    <a:pt x="2062746" y="6925564"/>
                  </a:lnTo>
                  <a:lnTo>
                    <a:pt x="2022157" y="6944144"/>
                  </a:lnTo>
                  <a:lnTo>
                    <a:pt x="1969541" y="6955574"/>
                  </a:lnTo>
                  <a:lnTo>
                    <a:pt x="1902510" y="6956666"/>
                  </a:lnTo>
                  <a:lnTo>
                    <a:pt x="1838007" y="6945465"/>
                  </a:lnTo>
                  <a:lnTo>
                    <a:pt x="1789645" y="6922567"/>
                  </a:lnTo>
                  <a:lnTo>
                    <a:pt x="1753704" y="6892417"/>
                  </a:lnTo>
                  <a:lnTo>
                    <a:pt x="1726476" y="6859422"/>
                  </a:lnTo>
                  <a:lnTo>
                    <a:pt x="1704213" y="6828002"/>
                  </a:lnTo>
                  <a:lnTo>
                    <a:pt x="1690751" y="6851409"/>
                  </a:lnTo>
                  <a:lnTo>
                    <a:pt x="1650428" y="6906666"/>
                  </a:lnTo>
                  <a:lnTo>
                    <a:pt x="1619554" y="6933120"/>
                  </a:lnTo>
                  <a:lnTo>
                    <a:pt x="1578851" y="6955206"/>
                  </a:lnTo>
                  <a:lnTo>
                    <a:pt x="1526311" y="6970217"/>
                  </a:lnTo>
                  <a:lnTo>
                    <a:pt x="1459928" y="6975462"/>
                  </a:lnTo>
                  <a:lnTo>
                    <a:pt x="1414411" y="6972922"/>
                  </a:lnTo>
                  <a:lnTo>
                    <a:pt x="1370088" y="6963105"/>
                  </a:lnTo>
                  <a:lnTo>
                    <a:pt x="1328458" y="6945973"/>
                  </a:lnTo>
                  <a:lnTo>
                    <a:pt x="1291056" y="6921525"/>
                  </a:lnTo>
                  <a:lnTo>
                    <a:pt x="1259408" y="6889737"/>
                  </a:lnTo>
                  <a:lnTo>
                    <a:pt x="1235049" y="6850583"/>
                  </a:lnTo>
                  <a:lnTo>
                    <a:pt x="1250099" y="6890677"/>
                  </a:lnTo>
                  <a:lnTo>
                    <a:pt x="1272628" y="6925564"/>
                  </a:lnTo>
                  <a:lnTo>
                    <a:pt x="1301572" y="6955168"/>
                  </a:lnTo>
                  <a:lnTo>
                    <a:pt x="1335824" y="6979412"/>
                  </a:lnTo>
                  <a:lnTo>
                    <a:pt x="1374330" y="6998221"/>
                  </a:lnTo>
                  <a:lnTo>
                    <a:pt x="1415986" y="7011517"/>
                  </a:lnTo>
                  <a:lnTo>
                    <a:pt x="1459725" y="7019239"/>
                  </a:lnTo>
                  <a:lnTo>
                    <a:pt x="1504454" y="7021309"/>
                  </a:lnTo>
                  <a:lnTo>
                    <a:pt x="1549095" y="7017664"/>
                  </a:lnTo>
                  <a:lnTo>
                    <a:pt x="1592567" y="7008203"/>
                  </a:lnTo>
                  <a:lnTo>
                    <a:pt x="1633791" y="6992874"/>
                  </a:lnTo>
                  <a:lnTo>
                    <a:pt x="1664792" y="6975462"/>
                  </a:lnTo>
                  <a:lnTo>
                    <a:pt x="1671675" y="6971601"/>
                  </a:lnTo>
                  <a:lnTo>
                    <a:pt x="1705152" y="6944309"/>
                  </a:lnTo>
                  <a:lnTo>
                    <a:pt x="1738528" y="6975259"/>
                  </a:lnTo>
                  <a:lnTo>
                    <a:pt x="1777288" y="7000037"/>
                  </a:lnTo>
                  <a:lnTo>
                    <a:pt x="1820214" y="7018617"/>
                  </a:lnTo>
                  <a:lnTo>
                    <a:pt x="1866099" y="7031025"/>
                  </a:lnTo>
                  <a:lnTo>
                    <a:pt x="1913750" y="7037248"/>
                  </a:lnTo>
                  <a:lnTo>
                    <a:pt x="1961934" y="7037311"/>
                  </a:lnTo>
                  <a:lnTo>
                    <a:pt x="2009457" y="7031215"/>
                  </a:lnTo>
                  <a:lnTo>
                    <a:pt x="2055114" y="7018960"/>
                  </a:lnTo>
                  <a:lnTo>
                    <a:pt x="2097697" y="7000545"/>
                  </a:lnTo>
                  <a:lnTo>
                    <a:pt x="2135987" y="6975983"/>
                  </a:lnTo>
                  <a:lnTo>
                    <a:pt x="2136114" y="6976084"/>
                  </a:lnTo>
                  <a:lnTo>
                    <a:pt x="2136241" y="6975983"/>
                  </a:lnTo>
                  <a:lnTo>
                    <a:pt x="2174532" y="7000545"/>
                  </a:lnTo>
                  <a:lnTo>
                    <a:pt x="2217115" y="7018960"/>
                  </a:lnTo>
                  <a:lnTo>
                    <a:pt x="2262771" y="7031215"/>
                  </a:lnTo>
                  <a:lnTo>
                    <a:pt x="2310295" y="7037311"/>
                  </a:lnTo>
                  <a:lnTo>
                    <a:pt x="2358491" y="7037248"/>
                  </a:lnTo>
                  <a:lnTo>
                    <a:pt x="2406129" y="7031025"/>
                  </a:lnTo>
                  <a:lnTo>
                    <a:pt x="2452027" y="7018617"/>
                  </a:lnTo>
                  <a:lnTo>
                    <a:pt x="2494953" y="7000037"/>
                  </a:lnTo>
                  <a:lnTo>
                    <a:pt x="2532570" y="6975983"/>
                  </a:lnTo>
                  <a:lnTo>
                    <a:pt x="2567076" y="6944309"/>
                  </a:lnTo>
                  <a:lnTo>
                    <a:pt x="2600553" y="6971601"/>
                  </a:lnTo>
                  <a:lnTo>
                    <a:pt x="2638450" y="6992874"/>
                  </a:lnTo>
                  <a:lnTo>
                    <a:pt x="2679674" y="7008203"/>
                  </a:lnTo>
                  <a:lnTo>
                    <a:pt x="2723146" y="7017664"/>
                  </a:lnTo>
                  <a:lnTo>
                    <a:pt x="2767787" y="7021309"/>
                  </a:lnTo>
                  <a:lnTo>
                    <a:pt x="2812516" y="7019239"/>
                  </a:lnTo>
                  <a:lnTo>
                    <a:pt x="2856242" y="7011517"/>
                  </a:lnTo>
                  <a:lnTo>
                    <a:pt x="2897911" y="6998221"/>
                  </a:lnTo>
                  <a:lnTo>
                    <a:pt x="2936405" y="6979412"/>
                  </a:lnTo>
                  <a:lnTo>
                    <a:pt x="2941980" y="6975462"/>
                  </a:lnTo>
                  <a:lnTo>
                    <a:pt x="2970606" y="6955206"/>
                  </a:lnTo>
                  <a:lnTo>
                    <a:pt x="2999600" y="6925577"/>
                  </a:lnTo>
                  <a:lnTo>
                    <a:pt x="3022142" y="6890677"/>
                  </a:lnTo>
                  <a:lnTo>
                    <a:pt x="3037192" y="6850583"/>
                  </a:lnTo>
                  <a:close/>
                </a:path>
                <a:path w="15524480" h="7349490">
                  <a:moveTo>
                    <a:pt x="3405251" y="7162508"/>
                  </a:moveTo>
                  <a:lnTo>
                    <a:pt x="3380879" y="7201662"/>
                  </a:lnTo>
                  <a:lnTo>
                    <a:pt x="3349231" y="7233450"/>
                  </a:lnTo>
                  <a:lnTo>
                    <a:pt x="3311829" y="7257897"/>
                  </a:lnTo>
                  <a:lnTo>
                    <a:pt x="3270199" y="7275030"/>
                  </a:lnTo>
                  <a:lnTo>
                    <a:pt x="3225876" y="7284847"/>
                  </a:lnTo>
                  <a:lnTo>
                    <a:pt x="3180359" y="7287387"/>
                  </a:lnTo>
                  <a:lnTo>
                    <a:pt x="3113976" y="7282142"/>
                  </a:lnTo>
                  <a:lnTo>
                    <a:pt x="3061436" y="7267130"/>
                  </a:lnTo>
                  <a:lnTo>
                    <a:pt x="3041358" y="7256234"/>
                  </a:lnTo>
                  <a:lnTo>
                    <a:pt x="3020733" y="7245045"/>
                  </a:lnTo>
                  <a:lnTo>
                    <a:pt x="2989859" y="7218591"/>
                  </a:lnTo>
                  <a:lnTo>
                    <a:pt x="2966796" y="7190448"/>
                  </a:lnTo>
                  <a:lnTo>
                    <a:pt x="2949537" y="7163333"/>
                  </a:lnTo>
                  <a:lnTo>
                    <a:pt x="2936075" y="7139927"/>
                  </a:lnTo>
                  <a:lnTo>
                    <a:pt x="2913824" y="7171347"/>
                  </a:lnTo>
                  <a:lnTo>
                    <a:pt x="2886583" y="7204342"/>
                  </a:lnTo>
                  <a:lnTo>
                    <a:pt x="2850642" y="7234491"/>
                  </a:lnTo>
                  <a:lnTo>
                    <a:pt x="2802280" y="7257389"/>
                  </a:lnTo>
                  <a:lnTo>
                    <a:pt x="2737777" y="7268591"/>
                  </a:lnTo>
                  <a:lnTo>
                    <a:pt x="2670759" y="7267499"/>
                  </a:lnTo>
                  <a:lnTo>
                    <a:pt x="2618130" y="7256069"/>
                  </a:lnTo>
                  <a:lnTo>
                    <a:pt x="2577554" y="7237501"/>
                  </a:lnTo>
                  <a:lnTo>
                    <a:pt x="2546629" y="7214997"/>
                  </a:lnTo>
                  <a:lnTo>
                    <a:pt x="2504262" y="7170966"/>
                  </a:lnTo>
                  <a:lnTo>
                    <a:pt x="2504135" y="7170915"/>
                  </a:lnTo>
                  <a:lnTo>
                    <a:pt x="2485377" y="7191730"/>
                  </a:lnTo>
                  <a:lnTo>
                    <a:pt x="2461717" y="7214984"/>
                  </a:lnTo>
                  <a:lnTo>
                    <a:pt x="2430805" y="7237489"/>
                  </a:lnTo>
                  <a:lnTo>
                    <a:pt x="2390216" y="7256069"/>
                  </a:lnTo>
                  <a:lnTo>
                    <a:pt x="2337600" y="7267499"/>
                  </a:lnTo>
                  <a:lnTo>
                    <a:pt x="2270569" y="7268591"/>
                  </a:lnTo>
                  <a:lnTo>
                    <a:pt x="2206066" y="7257389"/>
                  </a:lnTo>
                  <a:lnTo>
                    <a:pt x="2157704" y="7234491"/>
                  </a:lnTo>
                  <a:lnTo>
                    <a:pt x="2121763" y="7204342"/>
                  </a:lnTo>
                  <a:lnTo>
                    <a:pt x="2094522" y="7171347"/>
                  </a:lnTo>
                  <a:lnTo>
                    <a:pt x="2072271" y="7139927"/>
                  </a:lnTo>
                  <a:lnTo>
                    <a:pt x="2058809" y="7163333"/>
                  </a:lnTo>
                  <a:lnTo>
                    <a:pt x="2018487" y="7218591"/>
                  </a:lnTo>
                  <a:lnTo>
                    <a:pt x="1987613" y="7245045"/>
                  </a:lnTo>
                  <a:lnTo>
                    <a:pt x="1946910" y="7267130"/>
                  </a:lnTo>
                  <a:lnTo>
                    <a:pt x="1894370" y="7282142"/>
                  </a:lnTo>
                  <a:lnTo>
                    <a:pt x="1827987" y="7287387"/>
                  </a:lnTo>
                  <a:lnTo>
                    <a:pt x="1782470" y="7284847"/>
                  </a:lnTo>
                  <a:lnTo>
                    <a:pt x="1738147" y="7275030"/>
                  </a:lnTo>
                  <a:lnTo>
                    <a:pt x="1696516" y="7257897"/>
                  </a:lnTo>
                  <a:lnTo>
                    <a:pt x="1659115" y="7233450"/>
                  </a:lnTo>
                  <a:lnTo>
                    <a:pt x="1627466" y="7201662"/>
                  </a:lnTo>
                  <a:lnTo>
                    <a:pt x="1603095" y="7162508"/>
                  </a:lnTo>
                  <a:lnTo>
                    <a:pt x="1618157" y="7202602"/>
                  </a:lnTo>
                  <a:lnTo>
                    <a:pt x="1640687" y="7237489"/>
                  </a:lnTo>
                  <a:lnTo>
                    <a:pt x="1669630" y="7267092"/>
                  </a:lnTo>
                  <a:lnTo>
                    <a:pt x="1703882" y="7291337"/>
                  </a:lnTo>
                  <a:lnTo>
                    <a:pt x="1742389" y="7310145"/>
                  </a:lnTo>
                  <a:lnTo>
                    <a:pt x="1784045" y="7323442"/>
                  </a:lnTo>
                  <a:lnTo>
                    <a:pt x="1827784" y="7331164"/>
                  </a:lnTo>
                  <a:lnTo>
                    <a:pt x="1872500" y="7333234"/>
                  </a:lnTo>
                  <a:lnTo>
                    <a:pt x="1917153" y="7329589"/>
                  </a:lnTo>
                  <a:lnTo>
                    <a:pt x="1960626" y="7320127"/>
                  </a:lnTo>
                  <a:lnTo>
                    <a:pt x="2001850" y="7304799"/>
                  </a:lnTo>
                  <a:lnTo>
                    <a:pt x="2032850" y="7287387"/>
                  </a:lnTo>
                  <a:lnTo>
                    <a:pt x="2039734" y="7283526"/>
                  </a:lnTo>
                  <a:lnTo>
                    <a:pt x="2073211" y="7256234"/>
                  </a:lnTo>
                  <a:lnTo>
                    <a:pt x="2106587" y="7287184"/>
                  </a:lnTo>
                  <a:lnTo>
                    <a:pt x="2145347" y="7311949"/>
                  </a:lnTo>
                  <a:lnTo>
                    <a:pt x="2188273" y="7330541"/>
                  </a:lnTo>
                  <a:lnTo>
                    <a:pt x="2234158" y="7342949"/>
                  </a:lnTo>
                  <a:lnTo>
                    <a:pt x="2281809" y="7349172"/>
                  </a:lnTo>
                  <a:lnTo>
                    <a:pt x="2329992" y="7349236"/>
                  </a:lnTo>
                  <a:lnTo>
                    <a:pt x="2377516" y="7343140"/>
                  </a:lnTo>
                  <a:lnTo>
                    <a:pt x="2423172" y="7330884"/>
                  </a:lnTo>
                  <a:lnTo>
                    <a:pt x="2465755" y="7312469"/>
                  </a:lnTo>
                  <a:lnTo>
                    <a:pt x="2504046" y="7287908"/>
                  </a:lnTo>
                  <a:lnTo>
                    <a:pt x="2504173" y="7288009"/>
                  </a:lnTo>
                  <a:lnTo>
                    <a:pt x="2504300" y="7287908"/>
                  </a:lnTo>
                  <a:lnTo>
                    <a:pt x="2542590" y="7312469"/>
                  </a:lnTo>
                  <a:lnTo>
                    <a:pt x="2585174" y="7330884"/>
                  </a:lnTo>
                  <a:lnTo>
                    <a:pt x="2630830" y="7343140"/>
                  </a:lnTo>
                  <a:lnTo>
                    <a:pt x="2678353" y="7349236"/>
                  </a:lnTo>
                  <a:lnTo>
                    <a:pt x="2726550" y="7349172"/>
                  </a:lnTo>
                  <a:lnTo>
                    <a:pt x="2774188" y="7342949"/>
                  </a:lnTo>
                  <a:lnTo>
                    <a:pt x="2820073" y="7330541"/>
                  </a:lnTo>
                  <a:lnTo>
                    <a:pt x="2862999" y="7311949"/>
                  </a:lnTo>
                  <a:lnTo>
                    <a:pt x="2900629" y="7287908"/>
                  </a:lnTo>
                  <a:lnTo>
                    <a:pt x="2921800" y="7268591"/>
                  </a:lnTo>
                  <a:lnTo>
                    <a:pt x="2935135" y="7256234"/>
                  </a:lnTo>
                  <a:lnTo>
                    <a:pt x="2968612" y="7283526"/>
                  </a:lnTo>
                  <a:lnTo>
                    <a:pt x="3006509" y="7304799"/>
                  </a:lnTo>
                  <a:lnTo>
                    <a:pt x="3047720" y="7320127"/>
                  </a:lnTo>
                  <a:lnTo>
                    <a:pt x="3091192" y="7329589"/>
                  </a:lnTo>
                  <a:lnTo>
                    <a:pt x="3135846" y="7333234"/>
                  </a:lnTo>
                  <a:lnTo>
                    <a:pt x="3180575" y="7331164"/>
                  </a:lnTo>
                  <a:lnTo>
                    <a:pt x="3224301" y="7323442"/>
                  </a:lnTo>
                  <a:lnTo>
                    <a:pt x="3265957" y="7310145"/>
                  </a:lnTo>
                  <a:lnTo>
                    <a:pt x="3304463" y="7291337"/>
                  </a:lnTo>
                  <a:lnTo>
                    <a:pt x="3310026" y="7287387"/>
                  </a:lnTo>
                  <a:lnTo>
                    <a:pt x="3338665" y="7267130"/>
                  </a:lnTo>
                  <a:lnTo>
                    <a:pt x="3367646" y="7237501"/>
                  </a:lnTo>
                  <a:lnTo>
                    <a:pt x="3390188" y="7202602"/>
                  </a:lnTo>
                  <a:lnTo>
                    <a:pt x="3405251" y="7162508"/>
                  </a:lnTo>
                  <a:close/>
                </a:path>
                <a:path w="15524480" h="7349490">
                  <a:moveTo>
                    <a:pt x="15156345" y="1530959"/>
                  </a:moveTo>
                  <a:lnTo>
                    <a:pt x="15131974" y="1570113"/>
                  </a:lnTo>
                  <a:lnTo>
                    <a:pt x="15100326" y="1601901"/>
                  </a:lnTo>
                  <a:lnTo>
                    <a:pt x="15062937" y="1626349"/>
                  </a:lnTo>
                  <a:lnTo>
                    <a:pt x="15021306" y="1643481"/>
                  </a:lnTo>
                  <a:lnTo>
                    <a:pt x="14976971" y="1653298"/>
                  </a:lnTo>
                  <a:lnTo>
                    <a:pt x="14931454" y="1655838"/>
                  </a:lnTo>
                  <a:lnTo>
                    <a:pt x="14865084" y="1650593"/>
                  </a:lnTo>
                  <a:lnTo>
                    <a:pt x="14812544" y="1635582"/>
                  </a:lnTo>
                  <a:lnTo>
                    <a:pt x="14771840" y="1613496"/>
                  </a:lnTo>
                  <a:lnTo>
                    <a:pt x="14740954" y="1587042"/>
                  </a:lnTo>
                  <a:lnTo>
                    <a:pt x="14700631" y="1531785"/>
                  </a:lnTo>
                  <a:lnTo>
                    <a:pt x="14687169" y="1508379"/>
                  </a:lnTo>
                  <a:lnTo>
                    <a:pt x="14664919" y="1539798"/>
                  </a:lnTo>
                  <a:lnTo>
                    <a:pt x="14637677" y="1572793"/>
                  </a:lnTo>
                  <a:lnTo>
                    <a:pt x="14601736" y="1602943"/>
                  </a:lnTo>
                  <a:lnTo>
                    <a:pt x="14553375" y="1625841"/>
                  </a:lnTo>
                  <a:lnTo>
                    <a:pt x="14488871" y="1637042"/>
                  </a:lnTo>
                  <a:lnTo>
                    <a:pt x="14421853" y="1635937"/>
                  </a:lnTo>
                  <a:lnTo>
                    <a:pt x="14369225" y="1624507"/>
                  </a:lnTo>
                  <a:lnTo>
                    <a:pt x="14328648" y="1605953"/>
                  </a:lnTo>
                  <a:lnTo>
                    <a:pt x="14297724" y="1583436"/>
                  </a:lnTo>
                  <a:lnTo>
                    <a:pt x="14255356" y="1539417"/>
                  </a:lnTo>
                  <a:lnTo>
                    <a:pt x="14255217" y="1539367"/>
                  </a:lnTo>
                  <a:lnTo>
                    <a:pt x="14236472" y="1560182"/>
                  </a:lnTo>
                  <a:lnTo>
                    <a:pt x="14212811" y="1583436"/>
                  </a:lnTo>
                  <a:lnTo>
                    <a:pt x="14181900" y="1605940"/>
                  </a:lnTo>
                  <a:lnTo>
                    <a:pt x="14141310" y="1624507"/>
                  </a:lnTo>
                  <a:lnTo>
                    <a:pt x="14088694" y="1635937"/>
                  </a:lnTo>
                  <a:lnTo>
                    <a:pt x="14021664" y="1637042"/>
                  </a:lnTo>
                  <a:lnTo>
                    <a:pt x="13957160" y="1625841"/>
                  </a:lnTo>
                  <a:lnTo>
                    <a:pt x="13908799" y="1602943"/>
                  </a:lnTo>
                  <a:lnTo>
                    <a:pt x="13872858" y="1572793"/>
                  </a:lnTo>
                  <a:lnTo>
                    <a:pt x="13845629" y="1539798"/>
                  </a:lnTo>
                  <a:lnTo>
                    <a:pt x="13823366" y="1508379"/>
                  </a:lnTo>
                  <a:lnTo>
                    <a:pt x="13809904" y="1531785"/>
                  </a:lnTo>
                  <a:lnTo>
                    <a:pt x="13769581" y="1587042"/>
                  </a:lnTo>
                  <a:lnTo>
                    <a:pt x="13738708" y="1613496"/>
                  </a:lnTo>
                  <a:lnTo>
                    <a:pt x="13698004" y="1635582"/>
                  </a:lnTo>
                  <a:lnTo>
                    <a:pt x="13645464" y="1650593"/>
                  </a:lnTo>
                  <a:lnTo>
                    <a:pt x="13579081" y="1655838"/>
                  </a:lnTo>
                  <a:lnTo>
                    <a:pt x="13533577" y="1653298"/>
                  </a:lnTo>
                  <a:lnTo>
                    <a:pt x="13489242" y="1643481"/>
                  </a:lnTo>
                  <a:lnTo>
                    <a:pt x="13447611" y="1626349"/>
                  </a:lnTo>
                  <a:lnTo>
                    <a:pt x="13410210" y="1601901"/>
                  </a:lnTo>
                  <a:lnTo>
                    <a:pt x="13378561" y="1570113"/>
                  </a:lnTo>
                  <a:lnTo>
                    <a:pt x="13354203" y="1530959"/>
                  </a:lnTo>
                  <a:lnTo>
                    <a:pt x="13369252" y="1571053"/>
                  </a:lnTo>
                  <a:lnTo>
                    <a:pt x="13391782" y="1605940"/>
                  </a:lnTo>
                  <a:lnTo>
                    <a:pt x="13420725" y="1635544"/>
                  </a:lnTo>
                  <a:lnTo>
                    <a:pt x="13454977" y="1659775"/>
                  </a:lnTo>
                  <a:lnTo>
                    <a:pt x="13493483" y="1678584"/>
                  </a:lnTo>
                  <a:lnTo>
                    <a:pt x="13535139" y="1691894"/>
                  </a:lnTo>
                  <a:lnTo>
                    <a:pt x="13578878" y="1699615"/>
                  </a:lnTo>
                  <a:lnTo>
                    <a:pt x="13623608" y="1701685"/>
                  </a:lnTo>
                  <a:lnTo>
                    <a:pt x="13668248" y="1698040"/>
                  </a:lnTo>
                  <a:lnTo>
                    <a:pt x="13711720" y="1688579"/>
                  </a:lnTo>
                  <a:lnTo>
                    <a:pt x="13752944" y="1673250"/>
                  </a:lnTo>
                  <a:lnTo>
                    <a:pt x="13783945" y="1655838"/>
                  </a:lnTo>
                  <a:lnTo>
                    <a:pt x="13790829" y="1651977"/>
                  </a:lnTo>
                  <a:lnTo>
                    <a:pt x="13824306" y="1624685"/>
                  </a:lnTo>
                  <a:lnTo>
                    <a:pt x="13857681" y="1655635"/>
                  </a:lnTo>
                  <a:lnTo>
                    <a:pt x="13896442" y="1680400"/>
                  </a:lnTo>
                  <a:lnTo>
                    <a:pt x="13939368" y="1698993"/>
                  </a:lnTo>
                  <a:lnTo>
                    <a:pt x="13985253" y="1711401"/>
                  </a:lnTo>
                  <a:lnTo>
                    <a:pt x="14032903" y="1717624"/>
                  </a:lnTo>
                  <a:lnTo>
                    <a:pt x="14081087" y="1717687"/>
                  </a:lnTo>
                  <a:lnTo>
                    <a:pt x="14128610" y="1711591"/>
                  </a:lnTo>
                  <a:lnTo>
                    <a:pt x="14174267" y="1699336"/>
                  </a:lnTo>
                  <a:lnTo>
                    <a:pt x="14216850" y="1680921"/>
                  </a:lnTo>
                  <a:lnTo>
                    <a:pt x="14255141" y="1656359"/>
                  </a:lnTo>
                  <a:lnTo>
                    <a:pt x="14255268" y="1656461"/>
                  </a:lnTo>
                  <a:lnTo>
                    <a:pt x="14255395" y="1656359"/>
                  </a:lnTo>
                  <a:lnTo>
                    <a:pt x="14293685" y="1680921"/>
                  </a:lnTo>
                  <a:lnTo>
                    <a:pt x="14336268" y="1699336"/>
                  </a:lnTo>
                  <a:lnTo>
                    <a:pt x="14381925" y="1711591"/>
                  </a:lnTo>
                  <a:lnTo>
                    <a:pt x="14429448" y="1717687"/>
                  </a:lnTo>
                  <a:lnTo>
                    <a:pt x="14477645" y="1717624"/>
                  </a:lnTo>
                  <a:lnTo>
                    <a:pt x="14525282" y="1711401"/>
                  </a:lnTo>
                  <a:lnTo>
                    <a:pt x="14571180" y="1698993"/>
                  </a:lnTo>
                  <a:lnTo>
                    <a:pt x="14614106" y="1680400"/>
                  </a:lnTo>
                  <a:lnTo>
                    <a:pt x="14651723" y="1656359"/>
                  </a:lnTo>
                  <a:lnTo>
                    <a:pt x="14686229" y="1624685"/>
                  </a:lnTo>
                  <a:lnTo>
                    <a:pt x="14719707" y="1651977"/>
                  </a:lnTo>
                  <a:lnTo>
                    <a:pt x="14757603" y="1673250"/>
                  </a:lnTo>
                  <a:lnTo>
                    <a:pt x="14798828" y="1688579"/>
                  </a:lnTo>
                  <a:lnTo>
                    <a:pt x="14842300" y="1698040"/>
                  </a:lnTo>
                  <a:lnTo>
                    <a:pt x="14886940" y="1701685"/>
                  </a:lnTo>
                  <a:lnTo>
                    <a:pt x="14931670" y="1699615"/>
                  </a:lnTo>
                  <a:lnTo>
                    <a:pt x="14975396" y="1691894"/>
                  </a:lnTo>
                  <a:lnTo>
                    <a:pt x="15017064" y="1678584"/>
                  </a:lnTo>
                  <a:lnTo>
                    <a:pt x="15055558" y="1659775"/>
                  </a:lnTo>
                  <a:lnTo>
                    <a:pt x="15089759" y="1635582"/>
                  </a:lnTo>
                  <a:lnTo>
                    <a:pt x="15118753" y="1605953"/>
                  </a:lnTo>
                  <a:lnTo>
                    <a:pt x="15141296" y="1571053"/>
                  </a:lnTo>
                  <a:lnTo>
                    <a:pt x="15156345" y="1530959"/>
                  </a:lnTo>
                  <a:close/>
                </a:path>
                <a:path w="15524480" h="7349490">
                  <a:moveTo>
                    <a:pt x="15524404" y="1842884"/>
                  </a:moveTo>
                  <a:lnTo>
                    <a:pt x="15500033" y="1882038"/>
                  </a:lnTo>
                  <a:lnTo>
                    <a:pt x="15468384" y="1913826"/>
                  </a:lnTo>
                  <a:lnTo>
                    <a:pt x="15430983" y="1938274"/>
                  </a:lnTo>
                  <a:lnTo>
                    <a:pt x="15389365" y="1955393"/>
                  </a:lnTo>
                  <a:lnTo>
                    <a:pt x="15345029" y="1965223"/>
                  </a:lnTo>
                  <a:lnTo>
                    <a:pt x="15299512" y="1967763"/>
                  </a:lnTo>
                  <a:lnTo>
                    <a:pt x="15233130" y="1962518"/>
                  </a:lnTo>
                  <a:lnTo>
                    <a:pt x="15180590" y="1947506"/>
                  </a:lnTo>
                  <a:lnTo>
                    <a:pt x="15160511" y="1936610"/>
                  </a:lnTo>
                  <a:lnTo>
                    <a:pt x="15139886" y="1925421"/>
                  </a:lnTo>
                  <a:lnTo>
                    <a:pt x="15109012" y="1898967"/>
                  </a:lnTo>
                  <a:lnTo>
                    <a:pt x="15085949" y="1870824"/>
                  </a:lnTo>
                  <a:lnTo>
                    <a:pt x="15068690" y="1843709"/>
                  </a:lnTo>
                  <a:lnTo>
                    <a:pt x="15055228" y="1820303"/>
                  </a:lnTo>
                  <a:lnTo>
                    <a:pt x="15032978" y="1851723"/>
                  </a:lnTo>
                  <a:lnTo>
                    <a:pt x="15005736" y="1884718"/>
                  </a:lnTo>
                  <a:lnTo>
                    <a:pt x="14969795" y="1914867"/>
                  </a:lnTo>
                  <a:lnTo>
                    <a:pt x="14921433" y="1937766"/>
                  </a:lnTo>
                  <a:lnTo>
                    <a:pt x="14856930" y="1948967"/>
                  </a:lnTo>
                  <a:lnTo>
                    <a:pt x="14789912" y="1947862"/>
                  </a:lnTo>
                  <a:lnTo>
                    <a:pt x="14737283" y="1936432"/>
                  </a:lnTo>
                  <a:lnTo>
                    <a:pt x="14696707" y="1917877"/>
                  </a:lnTo>
                  <a:lnTo>
                    <a:pt x="14665782" y="1895360"/>
                  </a:lnTo>
                  <a:lnTo>
                    <a:pt x="14623415" y="1851342"/>
                  </a:lnTo>
                  <a:lnTo>
                    <a:pt x="14623288" y="1851291"/>
                  </a:lnTo>
                  <a:lnTo>
                    <a:pt x="14604530" y="1872107"/>
                  </a:lnTo>
                  <a:lnTo>
                    <a:pt x="14580883" y="1895360"/>
                  </a:lnTo>
                  <a:lnTo>
                    <a:pt x="14549958" y="1917865"/>
                  </a:lnTo>
                  <a:lnTo>
                    <a:pt x="14509369" y="1936432"/>
                  </a:lnTo>
                  <a:lnTo>
                    <a:pt x="14456753" y="1947862"/>
                  </a:lnTo>
                  <a:lnTo>
                    <a:pt x="14389722" y="1948967"/>
                  </a:lnTo>
                  <a:lnTo>
                    <a:pt x="14325219" y="1937766"/>
                  </a:lnTo>
                  <a:lnTo>
                    <a:pt x="14276858" y="1914867"/>
                  </a:lnTo>
                  <a:lnTo>
                    <a:pt x="14240917" y="1884718"/>
                  </a:lnTo>
                  <a:lnTo>
                    <a:pt x="14213688" y="1851723"/>
                  </a:lnTo>
                  <a:lnTo>
                    <a:pt x="14191425" y="1820303"/>
                  </a:lnTo>
                  <a:lnTo>
                    <a:pt x="14177963" y="1843709"/>
                  </a:lnTo>
                  <a:lnTo>
                    <a:pt x="14137640" y="1898954"/>
                  </a:lnTo>
                  <a:lnTo>
                    <a:pt x="14106766" y="1925421"/>
                  </a:lnTo>
                  <a:lnTo>
                    <a:pt x="14066063" y="1947506"/>
                  </a:lnTo>
                  <a:lnTo>
                    <a:pt x="14013523" y="1962518"/>
                  </a:lnTo>
                  <a:lnTo>
                    <a:pt x="13947140" y="1967763"/>
                  </a:lnTo>
                  <a:lnTo>
                    <a:pt x="13901623" y="1965223"/>
                  </a:lnTo>
                  <a:lnTo>
                    <a:pt x="13857300" y="1955393"/>
                  </a:lnTo>
                  <a:lnTo>
                    <a:pt x="13815670" y="1938274"/>
                  </a:lnTo>
                  <a:lnTo>
                    <a:pt x="13778268" y="1913826"/>
                  </a:lnTo>
                  <a:lnTo>
                    <a:pt x="13746620" y="1882038"/>
                  </a:lnTo>
                  <a:lnTo>
                    <a:pt x="13722249" y="1842884"/>
                  </a:lnTo>
                  <a:lnTo>
                    <a:pt x="13737311" y="1882978"/>
                  </a:lnTo>
                  <a:lnTo>
                    <a:pt x="13759841" y="1917865"/>
                  </a:lnTo>
                  <a:lnTo>
                    <a:pt x="13788784" y="1947468"/>
                  </a:lnTo>
                  <a:lnTo>
                    <a:pt x="13823036" y="1971700"/>
                  </a:lnTo>
                  <a:lnTo>
                    <a:pt x="13861542" y="1990509"/>
                  </a:lnTo>
                  <a:lnTo>
                    <a:pt x="13903198" y="2003818"/>
                  </a:lnTo>
                  <a:lnTo>
                    <a:pt x="13946937" y="2011540"/>
                  </a:lnTo>
                  <a:lnTo>
                    <a:pt x="13991654" y="2013610"/>
                  </a:lnTo>
                  <a:lnTo>
                    <a:pt x="14036307" y="2009965"/>
                  </a:lnTo>
                  <a:lnTo>
                    <a:pt x="14079779" y="2000504"/>
                  </a:lnTo>
                  <a:lnTo>
                    <a:pt x="14121003" y="1985175"/>
                  </a:lnTo>
                  <a:lnTo>
                    <a:pt x="14152004" y="1967763"/>
                  </a:lnTo>
                  <a:lnTo>
                    <a:pt x="14158887" y="1963902"/>
                  </a:lnTo>
                  <a:lnTo>
                    <a:pt x="14192364" y="1936610"/>
                  </a:lnTo>
                  <a:lnTo>
                    <a:pt x="14225740" y="1967560"/>
                  </a:lnTo>
                  <a:lnTo>
                    <a:pt x="14264500" y="1992325"/>
                  </a:lnTo>
                  <a:lnTo>
                    <a:pt x="14307426" y="2010918"/>
                  </a:lnTo>
                  <a:lnTo>
                    <a:pt x="14353312" y="2023313"/>
                  </a:lnTo>
                  <a:lnTo>
                    <a:pt x="14400962" y="2029548"/>
                  </a:lnTo>
                  <a:lnTo>
                    <a:pt x="14449146" y="2029612"/>
                  </a:lnTo>
                  <a:lnTo>
                    <a:pt x="14496669" y="2023516"/>
                  </a:lnTo>
                  <a:lnTo>
                    <a:pt x="14542326" y="2011260"/>
                  </a:lnTo>
                  <a:lnTo>
                    <a:pt x="14584909" y="1992845"/>
                  </a:lnTo>
                  <a:lnTo>
                    <a:pt x="14623199" y="1968284"/>
                  </a:lnTo>
                  <a:lnTo>
                    <a:pt x="14623326" y="1968385"/>
                  </a:lnTo>
                  <a:lnTo>
                    <a:pt x="14623453" y="1968284"/>
                  </a:lnTo>
                  <a:lnTo>
                    <a:pt x="14661744" y="1992845"/>
                  </a:lnTo>
                  <a:lnTo>
                    <a:pt x="14704327" y="2011260"/>
                  </a:lnTo>
                  <a:lnTo>
                    <a:pt x="14749983" y="2023516"/>
                  </a:lnTo>
                  <a:lnTo>
                    <a:pt x="14797507" y="2029612"/>
                  </a:lnTo>
                  <a:lnTo>
                    <a:pt x="14845703" y="2029548"/>
                  </a:lnTo>
                  <a:lnTo>
                    <a:pt x="14893341" y="2023313"/>
                  </a:lnTo>
                  <a:lnTo>
                    <a:pt x="14939226" y="2010918"/>
                  </a:lnTo>
                  <a:lnTo>
                    <a:pt x="14982152" y="1992325"/>
                  </a:lnTo>
                  <a:lnTo>
                    <a:pt x="15019782" y="1968284"/>
                  </a:lnTo>
                  <a:lnTo>
                    <a:pt x="15040953" y="1948967"/>
                  </a:lnTo>
                  <a:lnTo>
                    <a:pt x="15054288" y="1936610"/>
                  </a:lnTo>
                  <a:lnTo>
                    <a:pt x="15087765" y="1963902"/>
                  </a:lnTo>
                  <a:lnTo>
                    <a:pt x="15125662" y="1985175"/>
                  </a:lnTo>
                  <a:lnTo>
                    <a:pt x="15166874" y="2000504"/>
                  </a:lnTo>
                  <a:lnTo>
                    <a:pt x="15210346" y="2009965"/>
                  </a:lnTo>
                  <a:lnTo>
                    <a:pt x="15254999" y="2013610"/>
                  </a:lnTo>
                  <a:lnTo>
                    <a:pt x="15299728" y="2011540"/>
                  </a:lnTo>
                  <a:lnTo>
                    <a:pt x="15343454" y="2003818"/>
                  </a:lnTo>
                  <a:lnTo>
                    <a:pt x="15385110" y="1990509"/>
                  </a:lnTo>
                  <a:lnTo>
                    <a:pt x="15423617" y="1971700"/>
                  </a:lnTo>
                  <a:lnTo>
                    <a:pt x="15429179" y="1967763"/>
                  </a:lnTo>
                  <a:lnTo>
                    <a:pt x="15457818" y="1947506"/>
                  </a:lnTo>
                  <a:lnTo>
                    <a:pt x="15486799" y="1917877"/>
                  </a:lnTo>
                  <a:lnTo>
                    <a:pt x="15509342" y="1882978"/>
                  </a:lnTo>
                  <a:lnTo>
                    <a:pt x="15524404" y="1842884"/>
                  </a:lnTo>
                  <a:close/>
                </a:path>
              </a:pathLst>
            </a:custGeom>
            <a:solidFill>
              <a:srgbClr val="48B8D0">
                <a:alpha val="48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55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34">
                <a:solidFill>
                  <a:srgbClr val="264901"/>
                </a:solidFill>
                <a:latin typeface="Arial Black"/>
                <a:cs typeface="Arial Black"/>
              </a:rPr>
              <a:t>Group</a:t>
            </a:r>
            <a:r>
              <a:rPr dirty="0" spc="-900">
                <a:solidFill>
                  <a:srgbClr val="264901"/>
                </a:solidFill>
                <a:latin typeface="Arial Black"/>
                <a:cs typeface="Arial Black"/>
              </a:rPr>
              <a:t> </a:t>
            </a:r>
            <a:r>
              <a:rPr dirty="0" spc="-645">
                <a:solidFill>
                  <a:srgbClr val="264901"/>
                </a:solidFill>
                <a:latin typeface="Arial Black"/>
                <a:cs typeface="Arial Black"/>
              </a:rPr>
              <a:t>members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425881" y="4293982"/>
            <a:ext cx="6922134" cy="2836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254">
                <a:solidFill>
                  <a:srgbClr val="485C2F"/>
                </a:solidFill>
                <a:latin typeface="Arial Black"/>
                <a:cs typeface="Arial Black"/>
              </a:rPr>
              <a:t>Happy</a:t>
            </a:r>
            <a:r>
              <a:rPr dirty="0" sz="5200" spc="-495">
                <a:solidFill>
                  <a:srgbClr val="485C2F"/>
                </a:solidFill>
                <a:latin typeface="Arial Black"/>
                <a:cs typeface="Arial Black"/>
              </a:rPr>
              <a:t> </a:t>
            </a:r>
            <a:r>
              <a:rPr dirty="0" sz="5200" spc="-375">
                <a:solidFill>
                  <a:srgbClr val="485C2F"/>
                </a:solidFill>
                <a:latin typeface="Arial Black"/>
                <a:cs typeface="Arial Black"/>
              </a:rPr>
              <a:t>Limbasiya</a:t>
            </a:r>
            <a:r>
              <a:rPr dirty="0" sz="5200" spc="-495">
                <a:solidFill>
                  <a:srgbClr val="485C2F"/>
                </a:solidFill>
                <a:latin typeface="Arial Black"/>
                <a:cs typeface="Arial Black"/>
              </a:rPr>
              <a:t> </a:t>
            </a:r>
            <a:r>
              <a:rPr dirty="0" sz="5200" spc="260">
                <a:solidFill>
                  <a:srgbClr val="485C2F"/>
                </a:solidFill>
                <a:latin typeface="Arial Black"/>
                <a:cs typeface="Arial Black"/>
              </a:rPr>
              <a:t>-</a:t>
            </a:r>
            <a:r>
              <a:rPr dirty="0" sz="5200" spc="-495">
                <a:solidFill>
                  <a:srgbClr val="485C2F"/>
                </a:solidFill>
                <a:latin typeface="Arial Black"/>
                <a:cs typeface="Arial Black"/>
              </a:rPr>
              <a:t> </a:t>
            </a:r>
            <a:r>
              <a:rPr dirty="0" sz="5200" spc="-445">
                <a:solidFill>
                  <a:srgbClr val="485C2F"/>
                </a:solidFill>
                <a:latin typeface="Arial Black"/>
                <a:cs typeface="Arial Black"/>
              </a:rPr>
              <a:t>33</a:t>
            </a:r>
            <a:endParaRPr sz="5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320"/>
              </a:spcBef>
            </a:pPr>
            <a:endParaRPr sz="5200">
              <a:latin typeface="Arial Black"/>
              <a:cs typeface="Arial Black"/>
            </a:endParaRPr>
          </a:p>
          <a:p>
            <a:pPr marL="294005">
              <a:lnSpc>
                <a:spcPct val="100000"/>
              </a:lnSpc>
            </a:pPr>
            <a:r>
              <a:rPr dirty="0" sz="5200" spc="-475">
                <a:solidFill>
                  <a:srgbClr val="485C2F"/>
                </a:solidFill>
                <a:latin typeface="Arial Black"/>
                <a:cs typeface="Arial Black"/>
              </a:rPr>
              <a:t>Kavya</a:t>
            </a:r>
            <a:r>
              <a:rPr dirty="0" sz="5200" spc="-500">
                <a:solidFill>
                  <a:srgbClr val="485C2F"/>
                </a:solidFill>
                <a:latin typeface="Arial Black"/>
                <a:cs typeface="Arial Black"/>
              </a:rPr>
              <a:t> </a:t>
            </a:r>
            <a:r>
              <a:rPr dirty="0" sz="5200" spc="-459">
                <a:solidFill>
                  <a:srgbClr val="485C2F"/>
                </a:solidFill>
                <a:latin typeface="Arial Black"/>
                <a:cs typeface="Arial Black"/>
              </a:rPr>
              <a:t>Thakar</a:t>
            </a:r>
            <a:r>
              <a:rPr dirty="0" sz="5200" spc="-495">
                <a:solidFill>
                  <a:srgbClr val="485C2F"/>
                </a:solidFill>
                <a:latin typeface="Arial Black"/>
                <a:cs typeface="Arial Black"/>
              </a:rPr>
              <a:t> </a:t>
            </a:r>
            <a:r>
              <a:rPr dirty="0" sz="5200" spc="260">
                <a:solidFill>
                  <a:srgbClr val="485C2F"/>
                </a:solidFill>
                <a:latin typeface="Arial Black"/>
                <a:cs typeface="Arial Black"/>
              </a:rPr>
              <a:t>-</a:t>
            </a:r>
            <a:r>
              <a:rPr dirty="0" sz="5200" spc="-495">
                <a:solidFill>
                  <a:srgbClr val="485C2F"/>
                </a:solidFill>
                <a:latin typeface="Arial Black"/>
                <a:cs typeface="Arial Black"/>
              </a:rPr>
              <a:t> </a:t>
            </a:r>
            <a:r>
              <a:rPr dirty="0" sz="5200" spc="-25">
                <a:solidFill>
                  <a:srgbClr val="485C2F"/>
                </a:solidFill>
                <a:latin typeface="Arial Black"/>
                <a:cs typeface="Arial Black"/>
              </a:rPr>
              <a:t>66</a:t>
            </a:r>
            <a:endParaRPr sz="5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 rot="19980000">
            <a:off x="4131367" y="1365109"/>
            <a:ext cx="1802011" cy="135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195"/>
              </a:lnSpc>
            </a:pPr>
            <a:r>
              <a:rPr dirty="0" sz="10700" spc="1850">
                <a:solidFill>
                  <a:srgbClr val="9E6429"/>
                </a:solidFill>
                <a:latin typeface="Verdana"/>
                <a:cs typeface="Verdana"/>
              </a:rPr>
              <a:t>A</a:t>
            </a:r>
            <a:endParaRPr sz="107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 rot="20460000">
            <a:off x="5163526" y="938021"/>
            <a:ext cx="1715731" cy="135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195"/>
              </a:lnSpc>
            </a:pPr>
            <a:r>
              <a:rPr dirty="0" sz="10700" spc="680">
                <a:solidFill>
                  <a:srgbClr val="9E6429"/>
                </a:solidFill>
                <a:latin typeface="Verdana"/>
                <a:cs typeface="Verdana"/>
              </a:rPr>
              <a:t>B</a:t>
            </a:r>
            <a:endParaRPr sz="107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 rot="20880000">
            <a:off x="6108328" y="677139"/>
            <a:ext cx="1646225" cy="135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200"/>
              </a:lnSpc>
            </a:pPr>
            <a:r>
              <a:rPr dirty="0" sz="10700" spc="-90">
                <a:solidFill>
                  <a:srgbClr val="9E6429"/>
                </a:solidFill>
                <a:latin typeface="Verdana"/>
                <a:cs typeface="Verdana"/>
              </a:rPr>
              <a:t>S</a:t>
            </a:r>
            <a:endParaRPr sz="107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 rot="21300000">
            <a:off x="6990734" y="532595"/>
            <a:ext cx="1678988" cy="135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210"/>
              </a:lnSpc>
            </a:pPr>
            <a:r>
              <a:rPr dirty="0" sz="10700" spc="869">
                <a:solidFill>
                  <a:srgbClr val="9E6429"/>
                </a:solidFill>
                <a:latin typeface="Verdana"/>
                <a:cs typeface="Verdana"/>
              </a:rPr>
              <a:t>T</a:t>
            </a:r>
            <a:endParaRPr sz="107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 rot="60000">
            <a:off x="7949547" y="490129"/>
            <a:ext cx="1730510" cy="135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150"/>
              </a:lnSpc>
            </a:pPr>
            <a:r>
              <a:rPr dirty="0" sz="10700" spc="840">
                <a:solidFill>
                  <a:srgbClr val="9E6429"/>
                </a:solidFill>
                <a:latin typeface="Verdana"/>
                <a:cs typeface="Verdana"/>
              </a:rPr>
              <a:t>R</a:t>
            </a:r>
            <a:endParaRPr sz="107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 rot="480000">
            <a:off x="8982464" y="587338"/>
            <a:ext cx="1763508" cy="135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075"/>
              </a:lnSpc>
            </a:pPr>
            <a:r>
              <a:rPr dirty="0" sz="10700" spc="1265">
                <a:solidFill>
                  <a:srgbClr val="9E6429"/>
                </a:solidFill>
                <a:latin typeface="Verdana"/>
                <a:cs typeface="Verdana"/>
              </a:rPr>
              <a:t>A</a:t>
            </a:r>
            <a:endParaRPr sz="107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 rot="960000">
            <a:off x="10031449" y="828175"/>
            <a:ext cx="1773227" cy="135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085"/>
              </a:lnSpc>
            </a:pPr>
            <a:r>
              <a:rPr dirty="0" sz="10700" spc="1220">
                <a:solidFill>
                  <a:srgbClr val="9E6429"/>
                </a:solidFill>
                <a:latin typeface="Verdana"/>
                <a:cs typeface="Verdana"/>
              </a:rPr>
              <a:t>C</a:t>
            </a:r>
            <a:endParaRPr sz="107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 rot="1440000">
            <a:off x="11032516" y="1180390"/>
            <a:ext cx="1669756" cy="135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160"/>
              </a:lnSpc>
            </a:pPr>
            <a:r>
              <a:rPr dirty="0" sz="10700" spc="869">
                <a:solidFill>
                  <a:srgbClr val="9E6429"/>
                </a:solidFill>
                <a:latin typeface="Verdana"/>
                <a:cs typeface="Verdana"/>
              </a:rPr>
              <a:t>T</a:t>
            </a:r>
            <a:endParaRPr sz="10700">
              <a:latin typeface="Verdana"/>
              <a:cs typeface="Verdana"/>
            </a:endParaRPr>
          </a:p>
        </p:txBody>
      </p:sp>
      <p:sp>
        <p:nvSpPr>
          <p:cNvPr id="11" name="object 11" descr=""/>
          <p:cNvSpPr txBox="1"/>
          <p:nvPr/>
        </p:nvSpPr>
        <p:spPr>
          <a:xfrm rot="1740000">
            <a:off x="11782467" y="1512114"/>
            <a:ext cx="1475642" cy="135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150"/>
              </a:lnSpc>
            </a:pPr>
            <a:r>
              <a:rPr dirty="0" sz="10700" spc="-585">
                <a:solidFill>
                  <a:srgbClr val="9E6429"/>
                </a:solidFill>
                <a:latin typeface="Verdana"/>
                <a:cs typeface="Verdana"/>
              </a:rPr>
              <a:t>:</a:t>
            </a:r>
            <a:endParaRPr sz="1070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00879" y="3081086"/>
            <a:ext cx="16026130" cy="649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635">
              <a:lnSpc>
                <a:spcPct val="117000"/>
              </a:lnSpc>
              <a:spcBef>
                <a:spcPts val="95"/>
              </a:spcBef>
            </a:pP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This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70">
                <a:solidFill>
                  <a:srgbClr val="864E17"/>
                </a:solidFill>
                <a:latin typeface="Arial Black"/>
                <a:cs typeface="Arial Black"/>
              </a:rPr>
              <a:t>paper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15">
                <a:solidFill>
                  <a:srgbClr val="864E17"/>
                </a:solidFill>
                <a:latin typeface="Arial Black"/>
                <a:cs typeface="Arial Black"/>
              </a:rPr>
              <a:t>presents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70">
                <a:solidFill>
                  <a:srgbClr val="864E17"/>
                </a:solidFill>
                <a:latin typeface="Arial Black"/>
                <a:cs typeface="Arial Black"/>
              </a:rPr>
              <a:t>the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35">
                <a:solidFill>
                  <a:srgbClr val="864E17"/>
                </a:solidFill>
                <a:latin typeface="Arial Black"/>
                <a:cs typeface="Arial Black"/>
              </a:rPr>
              <a:t>design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85">
                <a:solidFill>
                  <a:srgbClr val="864E17"/>
                </a:solidFill>
                <a:latin typeface="Arial Black"/>
                <a:cs typeface="Arial Black"/>
              </a:rPr>
              <a:t>and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65">
                <a:solidFill>
                  <a:srgbClr val="864E17"/>
                </a:solidFill>
                <a:latin typeface="Arial Black"/>
                <a:cs typeface="Arial Black"/>
              </a:rPr>
              <a:t>development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80">
                <a:solidFill>
                  <a:srgbClr val="864E17"/>
                </a:solidFill>
                <a:latin typeface="Arial Black"/>
                <a:cs typeface="Arial Black"/>
              </a:rPr>
              <a:t>of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40">
                <a:solidFill>
                  <a:srgbClr val="864E17"/>
                </a:solidFill>
                <a:latin typeface="Arial Black"/>
                <a:cs typeface="Arial Black"/>
              </a:rPr>
              <a:t>an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65">
                <a:solidFill>
                  <a:srgbClr val="864E17"/>
                </a:solidFill>
                <a:latin typeface="Arial Black"/>
                <a:cs typeface="Arial Black"/>
              </a:rPr>
              <a:t>innovative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90">
                <a:solidFill>
                  <a:srgbClr val="864E17"/>
                </a:solidFill>
                <a:latin typeface="Arial Black"/>
                <a:cs typeface="Arial Black"/>
              </a:rPr>
              <a:t>air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0">
                <a:solidFill>
                  <a:srgbClr val="864E17"/>
                </a:solidFill>
                <a:latin typeface="Arial Black"/>
                <a:cs typeface="Arial Black"/>
              </a:rPr>
              <a:t>gesture- </a:t>
            </a:r>
            <a:r>
              <a:rPr dirty="0" sz="3300" spc="-150">
                <a:solidFill>
                  <a:srgbClr val="864E17"/>
                </a:solidFill>
                <a:latin typeface="Arial Black"/>
                <a:cs typeface="Arial Black"/>
              </a:rPr>
              <a:t>controlled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game,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75">
                <a:solidFill>
                  <a:srgbClr val="864E17"/>
                </a:solidFill>
                <a:latin typeface="Arial Black"/>
                <a:cs typeface="Arial Black"/>
              </a:rPr>
              <a:t>Air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310">
                <a:solidFill>
                  <a:srgbClr val="864E17"/>
                </a:solidFill>
                <a:latin typeface="Arial Black"/>
                <a:cs typeface="Arial Black"/>
              </a:rPr>
              <a:t>wave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70">
                <a:solidFill>
                  <a:srgbClr val="864E17"/>
                </a:solidFill>
                <a:latin typeface="Arial Black"/>
                <a:cs typeface="Arial Black"/>
              </a:rPr>
              <a:t>Adventure.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The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300">
                <a:solidFill>
                  <a:srgbClr val="864E17"/>
                </a:solidFill>
                <a:latin typeface="Arial Black"/>
                <a:cs typeface="Arial Black"/>
              </a:rPr>
              <a:t>game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95">
                <a:solidFill>
                  <a:srgbClr val="864E17"/>
                </a:solidFill>
                <a:latin typeface="Arial Black"/>
                <a:cs typeface="Arial Black"/>
              </a:rPr>
              <a:t>utilizes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20">
                <a:solidFill>
                  <a:srgbClr val="864E17"/>
                </a:solidFill>
                <a:latin typeface="Arial Black"/>
                <a:cs typeface="Arial Black"/>
              </a:rPr>
              <a:t>advanced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0">
                <a:solidFill>
                  <a:srgbClr val="864E17"/>
                </a:solidFill>
                <a:latin typeface="Arial Black"/>
                <a:cs typeface="Arial Black"/>
              </a:rPr>
              <a:t>motion- </a:t>
            </a:r>
            <a:r>
              <a:rPr dirty="0" sz="3300" spc="-260">
                <a:solidFill>
                  <a:srgbClr val="864E17"/>
                </a:solidFill>
                <a:latin typeface="Arial Black"/>
                <a:cs typeface="Arial Black"/>
              </a:rPr>
              <a:t>sensing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90">
                <a:solidFill>
                  <a:srgbClr val="864E17"/>
                </a:solidFill>
                <a:latin typeface="Arial Black"/>
                <a:cs typeface="Arial Black"/>
              </a:rPr>
              <a:t>technology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14">
                <a:solidFill>
                  <a:srgbClr val="864E17"/>
                </a:solidFill>
                <a:latin typeface="Arial Black"/>
                <a:cs typeface="Arial Black"/>
              </a:rPr>
              <a:t>to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10">
                <a:solidFill>
                  <a:srgbClr val="864E17"/>
                </a:solidFill>
                <a:latin typeface="Arial Black"/>
                <a:cs typeface="Arial Black"/>
              </a:rPr>
              <a:t>offer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95">
                <a:solidFill>
                  <a:srgbClr val="864E17"/>
                </a:solidFill>
                <a:latin typeface="Arial Black"/>
                <a:cs typeface="Arial Black"/>
              </a:rPr>
              <a:t>players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330">
                <a:solidFill>
                  <a:srgbClr val="864E17"/>
                </a:solidFill>
                <a:latin typeface="Arial Black"/>
                <a:cs typeface="Arial Black"/>
              </a:rPr>
              <a:t>a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70">
                <a:solidFill>
                  <a:srgbClr val="864E17"/>
                </a:solidFill>
                <a:latin typeface="Arial Black"/>
                <a:cs typeface="Arial Black"/>
              </a:rPr>
              <a:t>unique,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15">
                <a:solidFill>
                  <a:srgbClr val="864E17"/>
                </a:solidFill>
                <a:latin typeface="Arial Black"/>
                <a:cs typeface="Arial Black"/>
              </a:rPr>
              <a:t>immersive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45">
                <a:solidFill>
                  <a:srgbClr val="864E17"/>
                </a:solidFill>
                <a:latin typeface="Arial Black"/>
                <a:cs typeface="Arial Black"/>
              </a:rPr>
              <a:t>experience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where </a:t>
            </a:r>
            <a:r>
              <a:rPr dirty="0" sz="3300" spc="-229">
                <a:solidFill>
                  <a:srgbClr val="864E17"/>
                </a:solidFill>
                <a:latin typeface="Arial Black"/>
                <a:cs typeface="Arial Black"/>
              </a:rPr>
              <a:t>gameplay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65">
                <a:solidFill>
                  <a:srgbClr val="864E17"/>
                </a:solidFill>
                <a:latin typeface="Arial Black"/>
                <a:cs typeface="Arial Black"/>
              </a:rPr>
              <a:t>is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40">
                <a:solidFill>
                  <a:srgbClr val="864E17"/>
                </a:solidFill>
                <a:latin typeface="Arial Black"/>
                <a:cs typeface="Arial Black"/>
              </a:rPr>
              <a:t>driven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50">
                <a:solidFill>
                  <a:srgbClr val="864E17"/>
                </a:solidFill>
                <a:latin typeface="Arial Black"/>
                <a:cs typeface="Arial Black"/>
              </a:rPr>
              <a:t>entirely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95">
                <a:solidFill>
                  <a:srgbClr val="864E17"/>
                </a:solidFill>
                <a:latin typeface="Arial Black"/>
                <a:cs typeface="Arial Black"/>
              </a:rPr>
              <a:t>by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80">
                <a:solidFill>
                  <a:srgbClr val="864E17"/>
                </a:solidFill>
                <a:latin typeface="Arial Black"/>
                <a:cs typeface="Arial Black"/>
              </a:rPr>
              <a:t>natural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75">
                <a:solidFill>
                  <a:srgbClr val="864E17"/>
                </a:solidFill>
                <a:latin typeface="Arial Black"/>
                <a:cs typeface="Arial Black"/>
              </a:rPr>
              <a:t>hand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85">
                <a:solidFill>
                  <a:srgbClr val="864E17"/>
                </a:solidFill>
                <a:latin typeface="Arial Black"/>
                <a:cs typeface="Arial Black"/>
              </a:rPr>
              <a:t>and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00">
                <a:solidFill>
                  <a:srgbClr val="864E17"/>
                </a:solidFill>
                <a:latin typeface="Arial Black"/>
                <a:cs typeface="Arial Black"/>
              </a:rPr>
              <a:t>body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10">
                <a:solidFill>
                  <a:srgbClr val="864E17"/>
                </a:solidFill>
                <a:latin typeface="Arial Black"/>
                <a:cs typeface="Arial Black"/>
              </a:rPr>
              <a:t>movements.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10">
                <a:solidFill>
                  <a:srgbClr val="864E17"/>
                </a:solidFill>
                <a:latin typeface="Arial Black"/>
                <a:cs typeface="Arial Black"/>
              </a:rPr>
              <a:t>Through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380">
                <a:solidFill>
                  <a:srgbClr val="864E17"/>
                </a:solidFill>
                <a:latin typeface="Arial Black"/>
                <a:cs typeface="Arial Black"/>
              </a:rPr>
              <a:t>a </a:t>
            </a:r>
            <a:r>
              <a:rPr dirty="0" sz="3300" spc="-185">
                <a:solidFill>
                  <a:srgbClr val="864E17"/>
                </a:solidFill>
                <a:latin typeface="Arial Black"/>
                <a:cs typeface="Arial Black"/>
              </a:rPr>
              <a:t>combination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80">
                <a:solidFill>
                  <a:srgbClr val="864E17"/>
                </a:solidFill>
                <a:latin typeface="Arial Black"/>
                <a:cs typeface="Arial Black"/>
              </a:rPr>
              <a:t>of</a:t>
            </a:r>
            <a:r>
              <a:rPr dirty="0" sz="3300" spc="-26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50">
                <a:solidFill>
                  <a:srgbClr val="864E17"/>
                </a:solidFill>
                <a:latin typeface="Arial Black"/>
                <a:cs typeface="Arial Black"/>
              </a:rPr>
              <a:t>intuitive</a:t>
            </a:r>
            <a:r>
              <a:rPr dirty="0" sz="3300" spc="-26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90">
                <a:solidFill>
                  <a:srgbClr val="864E17"/>
                </a:solidFill>
                <a:latin typeface="Arial Black"/>
                <a:cs typeface="Arial Black"/>
              </a:rPr>
              <a:t>air</a:t>
            </a:r>
            <a:r>
              <a:rPr dirty="0" sz="3300" spc="-26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50">
                <a:solidFill>
                  <a:srgbClr val="864E17"/>
                </a:solidFill>
                <a:latin typeface="Arial Black"/>
                <a:cs typeface="Arial Black"/>
              </a:rPr>
              <a:t>gestures,</a:t>
            </a:r>
            <a:r>
              <a:rPr dirty="0" sz="3300" spc="-26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95">
                <a:solidFill>
                  <a:srgbClr val="864E17"/>
                </a:solidFill>
                <a:latin typeface="Arial Black"/>
                <a:cs typeface="Arial Black"/>
              </a:rPr>
              <a:t>players</a:t>
            </a:r>
            <a:r>
              <a:rPr dirty="0" sz="3300" spc="-26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25">
                <a:solidFill>
                  <a:srgbClr val="864E17"/>
                </a:solidFill>
                <a:latin typeface="Arial Black"/>
                <a:cs typeface="Arial Black"/>
              </a:rPr>
              <a:t>navigate</a:t>
            </a:r>
            <a:r>
              <a:rPr dirty="0" sz="3300" spc="-26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45">
                <a:solidFill>
                  <a:srgbClr val="864E17"/>
                </a:solidFill>
                <a:latin typeface="Arial Black"/>
                <a:cs typeface="Arial Black"/>
              </a:rPr>
              <a:t>complex</a:t>
            </a:r>
            <a:r>
              <a:rPr dirty="0" sz="3300" spc="-26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04">
                <a:solidFill>
                  <a:srgbClr val="864E17"/>
                </a:solidFill>
                <a:latin typeface="Arial Black"/>
                <a:cs typeface="Arial Black"/>
              </a:rPr>
              <a:t>levels,</a:t>
            </a:r>
            <a:r>
              <a:rPr dirty="0" sz="3300" spc="-26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0">
                <a:solidFill>
                  <a:srgbClr val="864E17"/>
                </a:solidFill>
                <a:latin typeface="Arial Black"/>
                <a:cs typeface="Arial Black"/>
              </a:rPr>
              <a:t>solve </a:t>
            </a:r>
            <a:r>
              <a:rPr dirty="0" sz="3300" spc="-215">
                <a:solidFill>
                  <a:srgbClr val="864E17"/>
                </a:solidFill>
                <a:latin typeface="Arial Black"/>
                <a:cs typeface="Arial Black"/>
              </a:rPr>
              <a:t>puzzles,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85">
                <a:solidFill>
                  <a:srgbClr val="864E17"/>
                </a:solidFill>
                <a:latin typeface="Arial Black"/>
                <a:cs typeface="Arial Black"/>
              </a:rPr>
              <a:t>and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04">
                <a:solidFill>
                  <a:srgbClr val="864E17"/>
                </a:solidFill>
                <a:latin typeface="Arial Black"/>
                <a:cs typeface="Arial Black"/>
              </a:rPr>
              <a:t>overcome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50">
                <a:solidFill>
                  <a:srgbClr val="864E17"/>
                </a:solidFill>
                <a:latin typeface="Arial Black"/>
                <a:cs typeface="Arial Black"/>
              </a:rPr>
              <a:t>challenges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45">
                <a:solidFill>
                  <a:srgbClr val="864E17"/>
                </a:solidFill>
                <a:latin typeface="Arial Black"/>
                <a:cs typeface="Arial Black"/>
              </a:rPr>
              <a:t>in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330">
                <a:solidFill>
                  <a:srgbClr val="864E17"/>
                </a:solidFill>
                <a:latin typeface="Arial Black"/>
                <a:cs typeface="Arial Black"/>
              </a:rPr>
              <a:t>a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80">
                <a:solidFill>
                  <a:srgbClr val="864E17"/>
                </a:solidFill>
                <a:latin typeface="Arial Black"/>
                <a:cs typeface="Arial Black"/>
              </a:rPr>
              <a:t>visually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04">
                <a:solidFill>
                  <a:srgbClr val="864E17"/>
                </a:solidFill>
                <a:latin typeface="Arial Black"/>
                <a:cs typeface="Arial Black"/>
              </a:rPr>
              <a:t>captivating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65">
                <a:solidFill>
                  <a:srgbClr val="864E17"/>
                </a:solidFill>
                <a:latin typeface="Arial Black"/>
                <a:cs typeface="Arial Black"/>
              </a:rPr>
              <a:t>environment.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305">
                <a:solidFill>
                  <a:srgbClr val="864E17"/>
                </a:solidFill>
                <a:latin typeface="Arial Black"/>
                <a:cs typeface="Arial Black"/>
              </a:rPr>
              <a:t>The </a:t>
            </a:r>
            <a:r>
              <a:rPr dirty="0" sz="3300" spc="-300">
                <a:solidFill>
                  <a:srgbClr val="864E17"/>
                </a:solidFill>
                <a:latin typeface="Arial Black"/>
                <a:cs typeface="Arial Black"/>
              </a:rPr>
              <a:t>game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aims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14">
                <a:solidFill>
                  <a:srgbClr val="864E17"/>
                </a:solidFill>
                <a:latin typeface="Arial Black"/>
                <a:cs typeface="Arial Black"/>
              </a:rPr>
              <a:t>to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60">
                <a:solidFill>
                  <a:srgbClr val="864E17"/>
                </a:solidFill>
                <a:latin typeface="Arial Black"/>
                <a:cs typeface="Arial Black"/>
              </a:rPr>
              <a:t>redefine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29">
                <a:solidFill>
                  <a:srgbClr val="864E17"/>
                </a:solidFill>
                <a:latin typeface="Arial Black"/>
                <a:cs typeface="Arial Black"/>
              </a:rPr>
              <a:t>user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85">
                <a:solidFill>
                  <a:srgbClr val="864E17"/>
                </a:solidFill>
                <a:latin typeface="Arial Black"/>
                <a:cs typeface="Arial Black"/>
              </a:rPr>
              <a:t>interaction,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45">
                <a:solidFill>
                  <a:srgbClr val="864E17"/>
                </a:solidFill>
                <a:latin typeface="Arial Black"/>
                <a:cs typeface="Arial Black"/>
              </a:rPr>
              <a:t>providing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40">
                <a:solidFill>
                  <a:srgbClr val="864E17"/>
                </a:solidFill>
                <a:latin typeface="Arial Black"/>
                <a:cs typeface="Arial Black"/>
              </a:rPr>
              <a:t>an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60">
                <a:solidFill>
                  <a:srgbClr val="864E17"/>
                </a:solidFill>
                <a:latin typeface="Arial Black"/>
                <a:cs typeface="Arial Black"/>
              </a:rPr>
              <a:t>engaging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85">
                <a:solidFill>
                  <a:srgbClr val="864E17"/>
                </a:solidFill>
                <a:latin typeface="Arial Black"/>
                <a:cs typeface="Arial Black"/>
              </a:rPr>
              <a:t>and</a:t>
            </a:r>
            <a:r>
              <a:rPr dirty="0" sz="3300" spc="-29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accessible </a:t>
            </a:r>
            <a:r>
              <a:rPr dirty="0" sz="3300" spc="-135">
                <a:solidFill>
                  <a:srgbClr val="864E17"/>
                </a:solidFill>
                <a:latin typeface="Arial Black"/>
                <a:cs typeface="Arial Black"/>
              </a:rPr>
              <a:t>platform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70">
                <a:solidFill>
                  <a:srgbClr val="864E17"/>
                </a:solidFill>
                <a:latin typeface="Arial Black"/>
                <a:cs typeface="Arial Black"/>
              </a:rPr>
              <a:t>that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25">
                <a:solidFill>
                  <a:srgbClr val="864E17"/>
                </a:solidFill>
                <a:latin typeface="Arial Black"/>
                <a:cs typeface="Arial Black"/>
              </a:rPr>
              <a:t>rise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90">
                <a:solidFill>
                  <a:srgbClr val="864E17"/>
                </a:solidFill>
                <a:latin typeface="Arial Black"/>
                <a:cs typeface="Arial Black"/>
              </a:rPr>
              <a:t>above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55">
                <a:solidFill>
                  <a:srgbClr val="864E17"/>
                </a:solidFill>
                <a:latin typeface="Arial Black"/>
                <a:cs typeface="Arial Black"/>
              </a:rPr>
              <a:t>traditional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25">
                <a:solidFill>
                  <a:srgbClr val="864E17"/>
                </a:solidFill>
                <a:latin typeface="Arial Black"/>
                <a:cs typeface="Arial Black"/>
              </a:rPr>
              <a:t>input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29">
                <a:solidFill>
                  <a:srgbClr val="864E17"/>
                </a:solidFill>
                <a:latin typeface="Arial Black"/>
                <a:cs typeface="Arial Black"/>
              </a:rPr>
              <a:t>devices.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75">
                <a:solidFill>
                  <a:srgbClr val="864E17"/>
                </a:solidFill>
                <a:latin typeface="Arial Black"/>
                <a:cs typeface="Arial Black"/>
              </a:rPr>
              <a:t>Air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310">
                <a:solidFill>
                  <a:srgbClr val="864E17"/>
                </a:solidFill>
                <a:latin typeface="Arial Black"/>
                <a:cs typeface="Arial Black"/>
              </a:rPr>
              <a:t>wave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0">
                <a:solidFill>
                  <a:srgbClr val="864E17"/>
                </a:solidFill>
                <a:latin typeface="Arial Black"/>
                <a:cs typeface="Arial Black"/>
              </a:rPr>
              <a:t>Adventure </a:t>
            </a:r>
            <a:r>
              <a:rPr dirty="0" sz="3300" spc="-215">
                <a:solidFill>
                  <a:srgbClr val="864E17"/>
                </a:solidFill>
                <a:latin typeface="Arial Black"/>
                <a:cs typeface="Arial Black"/>
              </a:rPr>
              <a:t>demonstrates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70">
                <a:solidFill>
                  <a:srgbClr val="864E17"/>
                </a:solidFill>
                <a:latin typeface="Arial Black"/>
                <a:cs typeface="Arial Black"/>
              </a:rPr>
              <a:t>the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55">
                <a:solidFill>
                  <a:srgbClr val="864E17"/>
                </a:solidFill>
                <a:latin typeface="Arial Black"/>
                <a:cs typeface="Arial Black"/>
              </a:rPr>
              <a:t>potential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80">
                <a:solidFill>
                  <a:srgbClr val="864E17"/>
                </a:solidFill>
                <a:latin typeface="Arial Black"/>
                <a:cs typeface="Arial Black"/>
              </a:rPr>
              <a:t>of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85">
                <a:solidFill>
                  <a:srgbClr val="864E17"/>
                </a:solidFill>
                <a:latin typeface="Arial Black"/>
                <a:cs typeface="Arial Black"/>
              </a:rPr>
              <a:t>gesture-</a:t>
            </a:r>
            <a:r>
              <a:rPr dirty="0" sz="3300" spc="-229">
                <a:solidFill>
                  <a:srgbClr val="864E17"/>
                </a:solidFill>
                <a:latin typeface="Arial Black"/>
                <a:cs typeface="Arial Black"/>
              </a:rPr>
              <a:t>based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85">
                <a:solidFill>
                  <a:srgbClr val="864E17"/>
                </a:solidFill>
                <a:latin typeface="Arial Black"/>
                <a:cs typeface="Arial Black"/>
              </a:rPr>
              <a:t>controls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14">
                <a:solidFill>
                  <a:srgbClr val="864E17"/>
                </a:solidFill>
                <a:latin typeface="Arial Black"/>
                <a:cs typeface="Arial Black"/>
              </a:rPr>
              <a:t>to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40">
                <a:solidFill>
                  <a:srgbClr val="864E17"/>
                </a:solidFill>
                <a:latin typeface="Arial Black"/>
                <a:cs typeface="Arial Black"/>
              </a:rPr>
              <a:t>create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0">
                <a:solidFill>
                  <a:srgbClr val="864E17"/>
                </a:solidFill>
                <a:latin typeface="Arial Black"/>
                <a:cs typeface="Arial Black"/>
              </a:rPr>
              <a:t>more </a:t>
            </a:r>
            <a:r>
              <a:rPr dirty="0" sz="3300" spc="-190">
                <a:solidFill>
                  <a:srgbClr val="864E17"/>
                </a:solidFill>
                <a:latin typeface="Arial Black"/>
                <a:cs typeface="Arial Black"/>
              </a:rPr>
              <a:t>interactive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85">
                <a:solidFill>
                  <a:srgbClr val="864E17"/>
                </a:solidFill>
                <a:latin typeface="Arial Black"/>
                <a:cs typeface="Arial Black"/>
              </a:rPr>
              <a:t>and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90">
                <a:solidFill>
                  <a:srgbClr val="864E17"/>
                </a:solidFill>
                <a:latin typeface="Arial Black"/>
                <a:cs typeface="Arial Black"/>
              </a:rPr>
              <a:t>physically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65">
                <a:solidFill>
                  <a:srgbClr val="864E17"/>
                </a:solidFill>
                <a:latin typeface="Arial Black"/>
                <a:cs typeface="Arial Black"/>
              </a:rPr>
              <a:t>engaging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60">
                <a:solidFill>
                  <a:srgbClr val="864E17"/>
                </a:solidFill>
                <a:latin typeface="Arial Black"/>
                <a:cs typeface="Arial Black"/>
              </a:rPr>
              <a:t>gaming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54">
                <a:solidFill>
                  <a:srgbClr val="864E17"/>
                </a:solidFill>
                <a:latin typeface="Arial Black"/>
                <a:cs typeface="Arial Black"/>
              </a:rPr>
              <a:t>experiences,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85">
                <a:solidFill>
                  <a:srgbClr val="864E17"/>
                </a:solidFill>
                <a:latin typeface="Arial Black"/>
                <a:cs typeface="Arial Black"/>
              </a:rPr>
              <a:t>opening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315">
                <a:solidFill>
                  <a:srgbClr val="864E17"/>
                </a:solidFill>
                <a:latin typeface="Arial Black"/>
                <a:cs typeface="Arial Black"/>
              </a:rPr>
              <a:t>new</a:t>
            </a:r>
            <a:r>
              <a:rPr dirty="0" sz="3300" spc="-27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65">
                <a:solidFill>
                  <a:srgbClr val="864E17"/>
                </a:solidFill>
                <a:latin typeface="Arial Black"/>
                <a:cs typeface="Arial Black"/>
              </a:rPr>
              <a:t>path</a:t>
            </a:r>
            <a:r>
              <a:rPr dirty="0" sz="3300" spc="-27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5">
                <a:solidFill>
                  <a:srgbClr val="864E17"/>
                </a:solidFill>
                <a:latin typeface="Arial Black"/>
                <a:cs typeface="Arial Black"/>
              </a:rPr>
              <a:t>for </a:t>
            </a:r>
            <a:r>
              <a:rPr dirty="0" sz="3300" spc="-135">
                <a:solidFill>
                  <a:srgbClr val="864E17"/>
                </a:solidFill>
                <a:latin typeface="Arial Black"/>
                <a:cs typeface="Arial Black"/>
              </a:rPr>
              <a:t>future</a:t>
            </a:r>
            <a:r>
              <a:rPr dirty="0" sz="3300" spc="-285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300">
                <a:solidFill>
                  <a:srgbClr val="864E17"/>
                </a:solidFill>
                <a:latin typeface="Arial Black"/>
                <a:cs typeface="Arial Black"/>
              </a:rPr>
              <a:t>game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35">
                <a:solidFill>
                  <a:srgbClr val="864E17"/>
                </a:solidFill>
                <a:latin typeface="Arial Black"/>
                <a:cs typeface="Arial Black"/>
              </a:rPr>
              <a:t>design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85">
                <a:solidFill>
                  <a:srgbClr val="864E17"/>
                </a:solidFill>
                <a:latin typeface="Arial Black"/>
                <a:cs typeface="Arial Black"/>
              </a:rPr>
              <a:t>and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190">
                <a:solidFill>
                  <a:srgbClr val="864E17"/>
                </a:solidFill>
                <a:latin typeface="Arial Black"/>
                <a:cs typeface="Arial Black"/>
              </a:rPr>
              <a:t>interactive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215">
                <a:solidFill>
                  <a:srgbClr val="864E17"/>
                </a:solidFill>
                <a:latin typeface="Arial Black"/>
                <a:cs typeface="Arial Black"/>
              </a:rPr>
              <a:t>media</a:t>
            </a:r>
            <a:r>
              <a:rPr dirty="0" sz="3300" spc="-280">
                <a:solidFill>
                  <a:srgbClr val="864E17"/>
                </a:solidFill>
                <a:latin typeface="Arial Black"/>
                <a:cs typeface="Arial Black"/>
              </a:rPr>
              <a:t> </a:t>
            </a:r>
            <a:r>
              <a:rPr dirty="0" sz="3300" spc="-95">
                <a:solidFill>
                  <a:srgbClr val="864E17"/>
                </a:solidFill>
                <a:latin typeface="Arial Black"/>
                <a:cs typeface="Arial Black"/>
              </a:rPr>
              <a:t>applications.</a:t>
            </a:r>
            <a:endParaRPr sz="33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62940">
              <a:lnSpc>
                <a:spcPct val="100000"/>
              </a:lnSpc>
              <a:spcBef>
                <a:spcPts val="100"/>
              </a:spcBef>
            </a:pPr>
            <a:r>
              <a:rPr dirty="0" spc="415"/>
              <a:t>Work</a:t>
            </a:r>
            <a:r>
              <a:rPr dirty="0" spc="-275"/>
              <a:t> </a:t>
            </a:r>
            <a:r>
              <a:rPr dirty="0" spc="-555"/>
              <a:t>to</a:t>
            </a:r>
            <a:r>
              <a:rPr dirty="0" spc="-270"/>
              <a:t> </a:t>
            </a:r>
            <a:r>
              <a:rPr dirty="0" spc="-770"/>
              <a:t>be</a:t>
            </a:r>
            <a:r>
              <a:rPr dirty="0" spc="-270"/>
              <a:t> </a:t>
            </a:r>
            <a:r>
              <a:rPr dirty="0" spc="-484"/>
              <a:t>done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R="226060">
              <a:lnSpc>
                <a:spcPct val="100000"/>
              </a:lnSpc>
              <a:spcBef>
                <a:spcPts val="100"/>
              </a:spcBef>
            </a:pPr>
            <a:r>
              <a:rPr dirty="0" spc="-615"/>
              <a:t>BY</a:t>
            </a:r>
          </a:p>
          <a:p>
            <a:pPr marL="12700">
              <a:lnSpc>
                <a:spcPct val="100000"/>
              </a:lnSpc>
              <a:spcBef>
                <a:spcPts val="6040"/>
              </a:spcBef>
            </a:pPr>
            <a:r>
              <a:rPr dirty="0" sz="5000">
                <a:solidFill>
                  <a:srgbClr val="09404A"/>
                </a:solidFill>
                <a:latin typeface="Liberation Sans Narrow"/>
                <a:cs typeface="Liberation Sans Narrow"/>
              </a:rPr>
              <a:t>Kavya</a:t>
            </a:r>
            <a:r>
              <a:rPr dirty="0" sz="5000">
                <a:latin typeface="Liberation Sans Narrow"/>
                <a:cs typeface="Liberation Sans Narrow"/>
              </a:rPr>
              <a:t>:</a:t>
            </a:r>
            <a:r>
              <a:rPr dirty="0" sz="5000" spc="80">
                <a:latin typeface="Liberation Sans Narrow"/>
                <a:cs typeface="Liberation Sans Narrow"/>
              </a:rPr>
              <a:t> </a:t>
            </a:r>
            <a:r>
              <a:rPr dirty="0" sz="5000" spc="-10">
                <a:solidFill>
                  <a:srgbClr val="1D899E"/>
                </a:solidFill>
                <a:latin typeface="Liberation Sans Narrow"/>
                <a:cs typeface="Liberation Sans Narrow"/>
              </a:rPr>
              <a:t>Logic,</a:t>
            </a:r>
            <a:r>
              <a:rPr dirty="0" sz="5000" spc="85">
                <a:solidFill>
                  <a:srgbClr val="1D899E"/>
                </a:solidFill>
                <a:latin typeface="Liberation Sans Narrow"/>
                <a:cs typeface="Liberation Sans Narrow"/>
              </a:rPr>
              <a:t> </a:t>
            </a:r>
            <a:r>
              <a:rPr dirty="0" sz="5000">
                <a:solidFill>
                  <a:srgbClr val="1D899E"/>
                </a:solidFill>
                <a:latin typeface="Liberation Sans Narrow"/>
                <a:cs typeface="Liberation Sans Narrow"/>
              </a:rPr>
              <a:t>Coding</a:t>
            </a:r>
            <a:r>
              <a:rPr dirty="0" sz="5000" spc="85">
                <a:solidFill>
                  <a:srgbClr val="1D899E"/>
                </a:solidFill>
                <a:latin typeface="Liberation Sans Narrow"/>
                <a:cs typeface="Liberation Sans Narrow"/>
              </a:rPr>
              <a:t> </a:t>
            </a:r>
            <a:r>
              <a:rPr dirty="0" sz="5000">
                <a:solidFill>
                  <a:srgbClr val="1D899E"/>
                </a:solidFill>
                <a:latin typeface="Liberation Sans Narrow"/>
                <a:cs typeface="Liberation Sans Narrow"/>
              </a:rPr>
              <a:t>and</a:t>
            </a:r>
            <a:r>
              <a:rPr dirty="0" sz="5000" spc="80">
                <a:solidFill>
                  <a:srgbClr val="1D899E"/>
                </a:solidFill>
                <a:latin typeface="Liberation Sans Narrow"/>
                <a:cs typeface="Liberation Sans Narrow"/>
              </a:rPr>
              <a:t> </a:t>
            </a:r>
            <a:r>
              <a:rPr dirty="0" sz="5000" spc="145">
                <a:solidFill>
                  <a:srgbClr val="1D899E"/>
                </a:solidFill>
                <a:latin typeface="Liberation Sans Narrow"/>
                <a:cs typeface="Liberation Sans Narrow"/>
              </a:rPr>
              <a:t>algorithm</a:t>
            </a:r>
            <a:endParaRPr sz="500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  <a:spcBef>
                <a:spcPts val="3565"/>
              </a:spcBef>
            </a:pPr>
            <a:endParaRPr sz="5000">
              <a:latin typeface="Liberation Sans Narrow"/>
              <a:cs typeface="Liberation Sans Narrow"/>
            </a:endParaRPr>
          </a:p>
          <a:p>
            <a:pPr algn="ctr" marR="191770">
              <a:lnSpc>
                <a:spcPct val="100000"/>
              </a:lnSpc>
            </a:pPr>
            <a:r>
              <a:rPr dirty="0">
                <a:solidFill>
                  <a:srgbClr val="09404A"/>
                </a:solidFill>
                <a:latin typeface="Liberation Sans Narrow"/>
                <a:cs typeface="Liberation Sans Narrow"/>
              </a:rPr>
              <a:t>Happy</a:t>
            </a:r>
            <a:r>
              <a:rPr dirty="0">
                <a:latin typeface="Liberation Sans Narrow"/>
                <a:cs typeface="Liberation Sans Narrow"/>
              </a:rPr>
              <a:t>:</a:t>
            </a:r>
            <a:r>
              <a:rPr dirty="0" spc="160">
                <a:latin typeface="Liberation Sans Narrow"/>
                <a:cs typeface="Liberation Sans Narrow"/>
              </a:rPr>
              <a:t> </a:t>
            </a:r>
            <a:r>
              <a:rPr dirty="0">
                <a:solidFill>
                  <a:srgbClr val="1D899E"/>
                </a:solidFill>
                <a:latin typeface="Liberation Sans Narrow"/>
                <a:cs typeface="Liberation Sans Narrow"/>
              </a:rPr>
              <a:t>Designing</a:t>
            </a:r>
            <a:r>
              <a:rPr dirty="0" spc="155">
                <a:solidFill>
                  <a:srgbClr val="1D899E"/>
                </a:solidFill>
                <a:latin typeface="Liberation Sans Narrow"/>
                <a:cs typeface="Liberation Sans Narrow"/>
              </a:rPr>
              <a:t> </a:t>
            </a:r>
            <a:r>
              <a:rPr dirty="0">
                <a:solidFill>
                  <a:srgbClr val="1D899E"/>
                </a:solidFill>
                <a:latin typeface="Liberation Sans Narrow"/>
                <a:cs typeface="Liberation Sans Narrow"/>
              </a:rPr>
              <a:t>and</a:t>
            </a:r>
            <a:r>
              <a:rPr dirty="0" spc="160">
                <a:solidFill>
                  <a:srgbClr val="1D899E"/>
                </a:solidFill>
                <a:latin typeface="Liberation Sans Narrow"/>
                <a:cs typeface="Liberation Sans Narrow"/>
              </a:rPr>
              <a:t> </a:t>
            </a:r>
            <a:r>
              <a:rPr dirty="0" spc="-10">
                <a:solidFill>
                  <a:srgbClr val="1D899E"/>
                </a:solidFill>
                <a:latin typeface="Liberation Sans Narrow"/>
                <a:cs typeface="Liberation Sans Narrow"/>
              </a:rPr>
              <a:t>Graphics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2"/>
            <a:ext cx="18288000" cy="10287000"/>
            <a:chOff x="0" y="-2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0" y="-1"/>
              <a:ext cx="4651375" cy="10287000"/>
            </a:xfrm>
            <a:custGeom>
              <a:avLst/>
              <a:gdLst/>
              <a:ahLst/>
              <a:cxnLst/>
              <a:rect l="l" t="t" r="r" b="b"/>
              <a:pathLst>
                <a:path w="4651375" h="10287000">
                  <a:moveTo>
                    <a:pt x="0" y="10286999"/>
                  </a:moveTo>
                  <a:lnTo>
                    <a:pt x="0" y="0"/>
                  </a:lnTo>
                  <a:lnTo>
                    <a:pt x="4651097" y="0"/>
                  </a:lnTo>
                  <a:lnTo>
                    <a:pt x="4651097" y="10286999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D3D1D1">
                <a:alpha val="5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606424" y="-1"/>
              <a:ext cx="4587240" cy="10287000"/>
            </a:xfrm>
            <a:custGeom>
              <a:avLst/>
              <a:gdLst/>
              <a:ahLst/>
              <a:cxnLst/>
              <a:rect l="l" t="t" r="r" b="b"/>
              <a:pathLst>
                <a:path w="4587240" h="10287000">
                  <a:moveTo>
                    <a:pt x="0" y="10286999"/>
                  </a:moveTo>
                  <a:lnTo>
                    <a:pt x="4587157" y="10286999"/>
                  </a:lnTo>
                  <a:lnTo>
                    <a:pt x="4587157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A6A5A5">
                <a:alpha val="5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48908" y="-1"/>
              <a:ext cx="4676775" cy="10287000"/>
            </a:xfrm>
            <a:custGeom>
              <a:avLst/>
              <a:gdLst/>
              <a:ahLst/>
              <a:cxnLst/>
              <a:rect l="l" t="t" r="r" b="b"/>
              <a:pathLst>
                <a:path w="4676775" h="10287000">
                  <a:moveTo>
                    <a:pt x="4676504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4676504" y="0"/>
                  </a:lnTo>
                  <a:lnTo>
                    <a:pt x="4676504" y="10286999"/>
                  </a:lnTo>
                  <a:close/>
                </a:path>
              </a:pathLst>
            </a:custGeom>
            <a:solidFill>
              <a:srgbClr val="D3D1D1">
                <a:alpha val="5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3780738" y="-1"/>
              <a:ext cx="4507865" cy="10287000"/>
            </a:xfrm>
            <a:custGeom>
              <a:avLst/>
              <a:gdLst/>
              <a:ahLst/>
              <a:cxnLst/>
              <a:rect l="l" t="t" r="r" b="b"/>
              <a:pathLst>
                <a:path w="4507865" h="10287000">
                  <a:moveTo>
                    <a:pt x="0" y="0"/>
                  </a:moveTo>
                  <a:lnTo>
                    <a:pt x="0" y="10286999"/>
                  </a:lnTo>
                  <a:lnTo>
                    <a:pt x="4507260" y="10286999"/>
                  </a:lnTo>
                  <a:lnTo>
                    <a:pt x="45072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5A5">
                <a:alpha val="5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4955" y="-1"/>
              <a:ext cx="4586605" cy="10287000"/>
            </a:xfrm>
            <a:custGeom>
              <a:avLst/>
              <a:gdLst/>
              <a:ahLst/>
              <a:cxnLst/>
              <a:rect l="l" t="t" r="r" b="b"/>
              <a:pathLst>
                <a:path w="4586605" h="10287000">
                  <a:moveTo>
                    <a:pt x="4586142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4586142" y="0"/>
                  </a:lnTo>
                  <a:lnTo>
                    <a:pt x="4586142" y="10286999"/>
                  </a:lnTo>
                  <a:close/>
                </a:path>
              </a:pathLst>
            </a:custGeom>
            <a:solidFill>
              <a:srgbClr val="FFFFFF">
                <a:alpha val="5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606424" y="-1"/>
              <a:ext cx="4587240" cy="10287000"/>
            </a:xfrm>
            <a:custGeom>
              <a:avLst/>
              <a:gdLst/>
              <a:ahLst/>
              <a:cxnLst/>
              <a:rect l="l" t="t" r="r" b="b"/>
              <a:pathLst>
                <a:path w="4587240" h="10287000">
                  <a:moveTo>
                    <a:pt x="0" y="10286999"/>
                  </a:moveTo>
                  <a:lnTo>
                    <a:pt x="4587157" y="10286999"/>
                  </a:lnTo>
                  <a:lnTo>
                    <a:pt x="4587157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D3D1D1">
                <a:alpha val="5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4947" y="0"/>
              <a:ext cx="4586605" cy="10287000"/>
            </a:xfrm>
            <a:custGeom>
              <a:avLst/>
              <a:gdLst/>
              <a:ahLst/>
              <a:cxnLst/>
              <a:rect l="l" t="t" r="r" b="b"/>
              <a:pathLst>
                <a:path w="4586605" h="10287000">
                  <a:moveTo>
                    <a:pt x="2597010" y="0"/>
                  </a:moveTo>
                  <a:lnTo>
                    <a:pt x="0" y="0"/>
                  </a:lnTo>
                  <a:lnTo>
                    <a:pt x="0" y="4227715"/>
                  </a:lnTo>
                  <a:lnTo>
                    <a:pt x="40055" y="4198378"/>
                  </a:lnTo>
                  <a:lnTo>
                    <a:pt x="79908" y="4168775"/>
                  </a:lnTo>
                  <a:lnTo>
                    <a:pt x="119557" y="4138892"/>
                  </a:lnTo>
                  <a:lnTo>
                    <a:pt x="159016" y="4108742"/>
                  </a:lnTo>
                  <a:lnTo>
                    <a:pt x="198272" y="4078325"/>
                  </a:lnTo>
                  <a:lnTo>
                    <a:pt x="237312" y="4047629"/>
                  </a:lnTo>
                  <a:lnTo>
                    <a:pt x="276148" y="4016679"/>
                  </a:lnTo>
                  <a:lnTo>
                    <a:pt x="314769" y="3985463"/>
                  </a:lnTo>
                  <a:lnTo>
                    <a:pt x="353174" y="3953980"/>
                  </a:lnTo>
                  <a:lnTo>
                    <a:pt x="391363" y="3922230"/>
                  </a:lnTo>
                  <a:lnTo>
                    <a:pt x="429323" y="3890213"/>
                  </a:lnTo>
                  <a:lnTo>
                    <a:pt x="467067" y="3857942"/>
                  </a:lnTo>
                  <a:lnTo>
                    <a:pt x="504583" y="3825417"/>
                  </a:lnTo>
                  <a:lnTo>
                    <a:pt x="541870" y="3792639"/>
                  </a:lnTo>
                  <a:lnTo>
                    <a:pt x="578929" y="3759593"/>
                  </a:lnTo>
                  <a:lnTo>
                    <a:pt x="615746" y="3726294"/>
                  </a:lnTo>
                  <a:lnTo>
                    <a:pt x="652335" y="3692741"/>
                  </a:lnTo>
                  <a:lnTo>
                    <a:pt x="688670" y="3658933"/>
                  </a:lnTo>
                  <a:lnTo>
                    <a:pt x="724776" y="3624884"/>
                  </a:lnTo>
                  <a:lnTo>
                    <a:pt x="760628" y="3590569"/>
                  </a:lnTo>
                  <a:lnTo>
                    <a:pt x="796226" y="3556025"/>
                  </a:lnTo>
                  <a:lnTo>
                    <a:pt x="831583" y="3521214"/>
                  </a:lnTo>
                  <a:lnTo>
                    <a:pt x="866673" y="3486162"/>
                  </a:lnTo>
                  <a:lnTo>
                    <a:pt x="901509" y="3450869"/>
                  </a:lnTo>
                  <a:lnTo>
                    <a:pt x="936091" y="3415334"/>
                  </a:lnTo>
                  <a:lnTo>
                    <a:pt x="970407" y="3379559"/>
                  </a:lnTo>
                  <a:lnTo>
                    <a:pt x="1004455" y="3343529"/>
                  </a:lnTo>
                  <a:lnTo>
                    <a:pt x="1038250" y="3307270"/>
                  </a:lnTo>
                  <a:lnTo>
                    <a:pt x="1071753" y="3270770"/>
                  </a:lnTo>
                  <a:lnTo>
                    <a:pt x="1104988" y="3234029"/>
                  </a:lnTo>
                  <a:lnTo>
                    <a:pt x="1137958" y="3197060"/>
                  </a:lnTo>
                  <a:lnTo>
                    <a:pt x="1170635" y="3159849"/>
                  </a:lnTo>
                  <a:lnTo>
                    <a:pt x="1203032" y="3122409"/>
                  </a:lnTo>
                  <a:lnTo>
                    <a:pt x="1235138" y="3084728"/>
                  </a:lnTo>
                  <a:lnTo>
                    <a:pt x="1266964" y="3046831"/>
                  </a:lnTo>
                  <a:lnTo>
                    <a:pt x="1298498" y="3008693"/>
                  </a:lnTo>
                  <a:lnTo>
                    <a:pt x="1329740" y="2970326"/>
                  </a:lnTo>
                  <a:lnTo>
                    <a:pt x="1360690" y="2931744"/>
                  </a:lnTo>
                  <a:lnTo>
                    <a:pt x="1391335" y="2892920"/>
                  </a:lnTo>
                  <a:lnTo>
                    <a:pt x="1421676" y="2853880"/>
                  </a:lnTo>
                  <a:lnTo>
                    <a:pt x="1451711" y="2814612"/>
                  </a:lnTo>
                  <a:lnTo>
                    <a:pt x="1481442" y="2775127"/>
                  </a:lnTo>
                  <a:lnTo>
                    <a:pt x="1510868" y="2735415"/>
                  </a:lnTo>
                  <a:lnTo>
                    <a:pt x="1539963" y="2695486"/>
                  </a:lnTo>
                  <a:lnTo>
                    <a:pt x="1568754" y="2655341"/>
                  </a:lnTo>
                  <a:lnTo>
                    <a:pt x="1597228" y="2614980"/>
                  </a:lnTo>
                  <a:lnTo>
                    <a:pt x="1625384" y="2574404"/>
                  </a:lnTo>
                  <a:lnTo>
                    <a:pt x="1653209" y="2533612"/>
                  </a:lnTo>
                  <a:lnTo>
                    <a:pt x="1680705" y="2492603"/>
                  </a:lnTo>
                  <a:lnTo>
                    <a:pt x="1707870" y="2451392"/>
                  </a:lnTo>
                  <a:lnTo>
                    <a:pt x="1734705" y="2409964"/>
                  </a:lnTo>
                  <a:lnTo>
                    <a:pt x="1761210" y="2368321"/>
                  </a:lnTo>
                  <a:lnTo>
                    <a:pt x="1787372" y="2326475"/>
                  </a:lnTo>
                  <a:lnTo>
                    <a:pt x="1813191" y="2284425"/>
                  </a:lnTo>
                  <a:lnTo>
                    <a:pt x="1838667" y="2242172"/>
                  </a:lnTo>
                  <a:lnTo>
                    <a:pt x="1863801" y="2199703"/>
                  </a:lnTo>
                  <a:lnTo>
                    <a:pt x="1888578" y="2157044"/>
                  </a:lnTo>
                  <a:lnTo>
                    <a:pt x="1913013" y="2114169"/>
                  </a:lnTo>
                  <a:lnTo>
                    <a:pt x="1937080" y="2071103"/>
                  </a:lnTo>
                  <a:lnTo>
                    <a:pt x="1960803" y="2027834"/>
                  </a:lnTo>
                  <a:lnTo>
                    <a:pt x="1984146" y="1984375"/>
                  </a:lnTo>
                  <a:lnTo>
                    <a:pt x="2007146" y="1940712"/>
                  </a:lnTo>
                  <a:lnTo>
                    <a:pt x="2029764" y="1896859"/>
                  </a:lnTo>
                  <a:lnTo>
                    <a:pt x="2052027" y="1852803"/>
                  </a:lnTo>
                  <a:lnTo>
                    <a:pt x="2073910" y="1808568"/>
                  </a:lnTo>
                  <a:lnTo>
                    <a:pt x="2095411" y="1764131"/>
                  </a:lnTo>
                  <a:lnTo>
                    <a:pt x="2116544" y="1719503"/>
                  </a:lnTo>
                  <a:lnTo>
                    <a:pt x="2137295" y="1674685"/>
                  </a:lnTo>
                  <a:lnTo>
                    <a:pt x="2157666" y="1629689"/>
                  </a:lnTo>
                  <a:lnTo>
                    <a:pt x="2177656" y="1584502"/>
                  </a:lnTo>
                  <a:lnTo>
                    <a:pt x="2197239" y="1539125"/>
                  </a:lnTo>
                  <a:lnTo>
                    <a:pt x="2216442" y="1493570"/>
                  </a:lnTo>
                  <a:lnTo>
                    <a:pt x="2235250" y="1447838"/>
                  </a:lnTo>
                  <a:lnTo>
                    <a:pt x="2253665" y="1401914"/>
                  </a:lnTo>
                  <a:lnTo>
                    <a:pt x="2271674" y="1355813"/>
                  </a:lnTo>
                  <a:lnTo>
                    <a:pt x="2289289" y="1309535"/>
                  </a:lnTo>
                  <a:lnTo>
                    <a:pt x="2306485" y="1263078"/>
                  </a:lnTo>
                  <a:lnTo>
                    <a:pt x="2323287" y="1216444"/>
                  </a:lnTo>
                  <a:lnTo>
                    <a:pt x="2339670" y="1169644"/>
                  </a:lnTo>
                  <a:lnTo>
                    <a:pt x="2355634" y="1122667"/>
                  </a:lnTo>
                  <a:lnTo>
                    <a:pt x="2371191" y="1075512"/>
                  </a:lnTo>
                  <a:lnTo>
                    <a:pt x="2386330" y="1028179"/>
                  </a:lnTo>
                  <a:lnTo>
                    <a:pt x="2401036" y="980694"/>
                  </a:lnTo>
                  <a:lnTo>
                    <a:pt x="2415324" y="933030"/>
                  </a:lnTo>
                  <a:lnTo>
                    <a:pt x="2429179" y="885202"/>
                  </a:lnTo>
                  <a:lnTo>
                    <a:pt x="2442616" y="837196"/>
                  </a:lnTo>
                  <a:lnTo>
                    <a:pt x="2455608" y="789038"/>
                  </a:lnTo>
                  <a:lnTo>
                    <a:pt x="2468168" y="740714"/>
                  </a:lnTo>
                  <a:lnTo>
                    <a:pt x="2480284" y="692238"/>
                  </a:lnTo>
                  <a:lnTo>
                    <a:pt x="2491968" y="643585"/>
                  </a:lnTo>
                  <a:lnTo>
                    <a:pt x="2503195" y="594779"/>
                  </a:lnTo>
                  <a:lnTo>
                    <a:pt x="2513990" y="545820"/>
                  </a:lnTo>
                  <a:lnTo>
                    <a:pt x="2524328" y="496697"/>
                  </a:lnTo>
                  <a:lnTo>
                    <a:pt x="2534208" y="447421"/>
                  </a:lnTo>
                  <a:lnTo>
                    <a:pt x="2544254" y="394182"/>
                  </a:lnTo>
                  <a:lnTo>
                    <a:pt x="2553589" y="341096"/>
                  </a:lnTo>
                  <a:lnTo>
                    <a:pt x="2562212" y="288163"/>
                  </a:lnTo>
                  <a:lnTo>
                    <a:pt x="2570137" y="235369"/>
                  </a:lnTo>
                  <a:lnTo>
                    <a:pt x="2577350" y="182740"/>
                  </a:lnTo>
                  <a:lnTo>
                    <a:pt x="2583865" y="130263"/>
                  </a:lnTo>
                  <a:lnTo>
                    <a:pt x="2589682" y="77952"/>
                  </a:lnTo>
                  <a:lnTo>
                    <a:pt x="2594813" y="25793"/>
                  </a:lnTo>
                  <a:lnTo>
                    <a:pt x="2597010" y="0"/>
                  </a:lnTo>
                  <a:close/>
                </a:path>
                <a:path w="4586605" h="10287000">
                  <a:moveTo>
                    <a:pt x="4586148" y="8167421"/>
                  </a:moveTo>
                  <a:lnTo>
                    <a:pt x="4548073" y="8131759"/>
                  </a:lnTo>
                  <a:lnTo>
                    <a:pt x="4506950" y="8098383"/>
                  </a:lnTo>
                  <a:lnTo>
                    <a:pt x="4466602" y="8069542"/>
                  </a:lnTo>
                  <a:lnTo>
                    <a:pt x="4425200" y="8042046"/>
                  </a:lnTo>
                  <a:lnTo>
                    <a:pt x="4382808" y="8015872"/>
                  </a:lnTo>
                  <a:lnTo>
                    <a:pt x="4339501" y="7990980"/>
                  </a:lnTo>
                  <a:lnTo>
                    <a:pt x="4295381" y="7967383"/>
                  </a:lnTo>
                  <a:lnTo>
                    <a:pt x="4250499" y="7945044"/>
                  </a:lnTo>
                  <a:lnTo>
                    <a:pt x="4204957" y="7923936"/>
                  </a:lnTo>
                  <a:lnTo>
                    <a:pt x="4158831" y="7904061"/>
                  </a:lnTo>
                  <a:lnTo>
                    <a:pt x="4112183" y="7885379"/>
                  </a:lnTo>
                  <a:lnTo>
                    <a:pt x="4065105" y="7867878"/>
                  </a:lnTo>
                  <a:lnTo>
                    <a:pt x="4017670" y="7851546"/>
                  </a:lnTo>
                  <a:lnTo>
                    <a:pt x="3969969" y="7836357"/>
                  </a:lnTo>
                  <a:lnTo>
                    <a:pt x="3922064" y="7822298"/>
                  </a:lnTo>
                  <a:lnTo>
                    <a:pt x="3874033" y="7809331"/>
                  </a:lnTo>
                  <a:lnTo>
                    <a:pt x="3825976" y="7797457"/>
                  </a:lnTo>
                  <a:lnTo>
                    <a:pt x="3777958" y="7786649"/>
                  </a:lnTo>
                  <a:lnTo>
                    <a:pt x="3728796" y="7776985"/>
                  </a:lnTo>
                  <a:lnTo>
                    <a:pt x="3679545" y="7768501"/>
                  </a:lnTo>
                  <a:lnTo>
                    <a:pt x="3630206" y="7761198"/>
                  </a:lnTo>
                  <a:lnTo>
                    <a:pt x="3580803" y="7755039"/>
                  </a:lnTo>
                  <a:lnTo>
                    <a:pt x="3531336" y="7749997"/>
                  </a:lnTo>
                  <a:lnTo>
                    <a:pt x="3481819" y="7746047"/>
                  </a:lnTo>
                  <a:lnTo>
                    <a:pt x="3432251" y="7743152"/>
                  </a:lnTo>
                  <a:lnTo>
                    <a:pt x="3382670" y="7741298"/>
                  </a:lnTo>
                  <a:lnTo>
                    <a:pt x="3333064" y="7740447"/>
                  </a:lnTo>
                  <a:lnTo>
                    <a:pt x="3283445" y="7740574"/>
                  </a:lnTo>
                  <a:lnTo>
                    <a:pt x="3233839" y="7741653"/>
                  </a:lnTo>
                  <a:lnTo>
                    <a:pt x="3184233" y="7743660"/>
                  </a:lnTo>
                  <a:lnTo>
                    <a:pt x="3134652" y="7746555"/>
                  </a:lnTo>
                  <a:lnTo>
                    <a:pt x="3085109" y="7750327"/>
                  </a:lnTo>
                  <a:lnTo>
                    <a:pt x="3035604" y="7754950"/>
                  </a:lnTo>
                  <a:lnTo>
                    <a:pt x="2986151" y="7760386"/>
                  </a:lnTo>
                  <a:lnTo>
                    <a:pt x="2936760" y="7766596"/>
                  </a:lnTo>
                  <a:lnTo>
                    <a:pt x="2887434" y="7773581"/>
                  </a:lnTo>
                  <a:lnTo>
                    <a:pt x="2838196" y="7781290"/>
                  </a:lnTo>
                  <a:lnTo>
                    <a:pt x="2789059" y="7789723"/>
                  </a:lnTo>
                  <a:lnTo>
                    <a:pt x="2740012" y="7798816"/>
                  </a:lnTo>
                  <a:lnTo>
                    <a:pt x="2691092" y="7808569"/>
                  </a:lnTo>
                  <a:lnTo>
                    <a:pt x="2642285" y="7818945"/>
                  </a:lnTo>
                  <a:lnTo>
                    <a:pt x="2593619" y="7829918"/>
                  </a:lnTo>
                  <a:lnTo>
                    <a:pt x="2545092" y="7841462"/>
                  </a:lnTo>
                  <a:lnTo>
                    <a:pt x="2496731" y="7853540"/>
                  </a:lnTo>
                  <a:lnTo>
                    <a:pt x="2448522" y="7866151"/>
                  </a:lnTo>
                  <a:lnTo>
                    <a:pt x="2400490" y="7879232"/>
                  </a:lnTo>
                  <a:lnTo>
                    <a:pt x="2352649" y="7892783"/>
                  </a:lnTo>
                  <a:lnTo>
                    <a:pt x="2257552" y="7921155"/>
                  </a:lnTo>
                  <a:lnTo>
                    <a:pt x="2162162" y="7951419"/>
                  </a:lnTo>
                  <a:lnTo>
                    <a:pt x="2066328" y="7983639"/>
                  </a:lnTo>
                  <a:lnTo>
                    <a:pt x="1971128" y="8017434"/>
                  </a:lnTo>
                  <a:lnTo>
                    <a:pt x="1876513" y="8052752"/>
                  </a:lnTo>
                  <a:lnTo>
                    <a:pt x="1782508" y="8089544"/>
                  </a:lnTo>
                  <a:lnTo>
                    <a:pt x="1689061" y="8127746"/>
                  </a:lnTo>
                  <a:lnTo>
                    <a:pt x="1596186" y="8167294"/>
                  </a:lnTo>
                  <a:lnTo>
                    <a:pt x="1503832" y="8208137"/>
                  </a:lnTo>
                  <a:lnTo>
                    <a:pt x="1412011" y="8250225"/>
                  </a:lnTo>
                  <a:lnTo>
                    <a:pt x="1320698" y="8293481"/>
                  </a:lnTo>
                  <a:lnTo>
                    <a:pt x="1229868" y="8337880"/>
                  </a:lnTo>
                  <a:lnTo>
                    <a:pt x="1139507" y="8383333"/>
                  </a:lnTo>
                  <a:lnTo>
                    <a:pt x="1004811" y="8453399"/>
                  </a:lnTo>
                  <a:lnTo>
                    <a:pt x="871093" y="8525561"/>
                  </a:lnTo>
                  <a:lnTo>
                    <a:pt x="738276" y="8599614"/>
                  </a:lnTo>
                  <a:lnTo>
                    <a:pt x="606298" y="8675357"/>
                  </a:lnTo>
                  <a:lnTo>
                    <a:pt x="431571" y="8778672"/>
                  </a:lnTo>
                  <a:lnTo>
                    <a:pt x="214922" y="8910904"/>
                  </a:lnTo>
                  <a:lnTo>
                    <a:pt x="0" y="9045740"/>
                  </a:lnTo>
                  <a:lnTo>
                    <a:pt x="0" y="10287000"/>
                  </a:lnTo>
                  <a:lnTo>
                    <a:pt x="4586148" y="10287000"/>
                  </a:lnTo>
                  <a:lnTo>
                    <a:pt x="4586148" y="8167421"/>
                  </a:lnTo>
                  <a:close/>
                </a:path>
              </a:pathLst>
            </a:custGeom>
            <a:solidFill>
              <a:srgbClr val="6E9D2A">
                <a:alpha val="5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06423" y="8216155"/>
              <a:ext cx="3368675" cy="2071370"/>
            </a:xfrm>
            <a:custGeom>
              <a:avLst/>
              <a:gdLst/>
              <a:ahLst/>
              <a:cxnLst/>
              <a:rect l="l" t="t" r="r" b="b"/>
              <a:pathLst>
                <a:path w="3368675" h="2071370">
                  <a:moveTo>
                    <a:pt x="3368103" y="2070841"/>
                  </a:moveTo>
                  <a:lnTo>
                    <a:pt x="0" y="2070841"/>
                  </a:lnTo>
                  <a:lnTo>
                    <a:pt x="0" y="0"/>
                  </a:lnTo>
                  <a:lnTo>
                    <a:pt x="32581" y="39115"/>
                  </a:lnTo>
                  <a:lnTo>
                    <a:pt x="63513" y="79637"/>
                  </a:lnTo>
                  <a:lnTo>
                    <a:pt x="121611" y="163928"/>
                  </a:lnTo>
                  <a:lnTo>
                    <a:pt x="258712" y="382246"/>
                  </a:lnTo>
                  <a:lnTo>
                    <a:pt x="316514" y="467500"/>
                  </a:lnTo>
                  <a:lnTo>
                    <a:pt x="380622" y="550089"/>
                  </a:lnTo>
                  <a:lnTo>
                    <a:pt x="449954" y="627020"/>
                  </a:lnTo>
                  <a:lnTo>
                    <a:pt x="522570" y="696421"/>
                  </a:lnTo>
                  <a:lnTo>
                    <a:pt x="598316" y="758585"/>
                  </a:lnTo>
                  <a:lnTo>
                    <a:pt x="677038" y="813802"/>
                  </a:lnTo>
                  <a:lnTo>
                    <a:pt x="758584" y="862366"/>
                  </a:lnTo>
                  <a:lnTo>
                    <a:pt x="842800" y="904567"/>
                  </a:lnTo>
                  <a:lnTo>
                    <a:pt x="929533" y="940696"/>
                  </a:lnTo>
                  <a:lnTo>
                    <a:pt x="1018630" y="971046"/>
                  </a:lnTo>
                  <a:lnTo>
                    <a:pt x="1109937" y="995908"/>
                  </a:lnTo>
                  <a:lnTo>
                    <a:pt x="1203302" y="1015574"/>
                  </a:lnTo>
                  <a:lnTo>
                    <a:pt x="1298570" y="1030335"/>
                  </a:lnTo>
                  <a:lnTo>
                    <a:pt x="1395589" y="1040483"/>
                  </a:lnTo>
                  <a:lnTo>
                    <a:pt x="1494206" y="1046309"/>
                  </a:lnTo>
                  <a:lnTo>
                    <a:pt x="1644791" y="1047583"/>
                  </a:lnTo>
                  <a:lnTo>
                    <a:pt x="1798108" y="1040774"/>
                  </a:lnTo>
                  <a:lnTo>
                    <a:pt x="2178325" y="1008476"/>
                  </a:lnTo>
                  <a:lnTo>
                    <a:pt x="2316157" y="1003077"/>
                  </a:lnTo>
                  <a:lnTo>
                    <a:pt x="2406048" y="1004896"/>
                  </a:lnTo>
                  <a:lnTo>
                    <a:pt x="2494099" y="1012509"/>
                  </a:lnTo>
                  <a:lnTo>
                    <a:pt x="2580104" y="1027166"/>
                  </a:lnTo>
                  <a:lnTo>
                    <a:pt x="2622275" y="1037526"/>
                  </a:lnTo>
                  <a:lnTo>
                    <a:pt x="2663858" y="1050117"/>
                  </a:lnTo>
                  <a:lnTo>
                    <a:pt x="2704825" y="1065093"/>
                  </a:lnTo>
                  <a:lnTo>
                    <a:pt x="2745152" y="1082611"/>
                  </a:lnTo>
                  <a:lnTo>
                    <a:pt x="2784813" y="1102827"/>
                  </a:lnTo>
                  <a:lnTo>
                    <a:pt x="2823781" y="1125899"/>
                  </a:lnTo>
                  <a:lnTo>
                    <a:pt x="2862032" y="1151981"/>
                  </a:lnTo>
                  <a:lnTo>
                    <a:pt x="2899539" y="1181230"/>
                  </a:lnTo>
                  <a:lnTo>
                    <a:pt x="2936276" y="1213803"/>
                  </a:lnTo>
                  <a:lnTo>
                    <a:pt x="2972218" y="1249856"/>
                  </a:lnTo>
                  <a:lnTo>
                    <a:pt x="3007339" y="1289544"/>
                  </a:lnTo>
                  <a:lnTo>
                    <a:pt x="3037086" y="1326448"/>
                  </a:lnTo>
                  <a:lnTo>
                    <a:pt x="3092756" y="1403003"/>
                  </a:lnTo>
                  <a:lnTo>
                    <a:pt x="3143502" y="1483004"/>
                  </a:lnTo>
                  <a:lnTo>
                    <a:pt x="3189532" y="1566192"/>
                  </a:lnTo>
                  <a:lnTo>
                    <a:pt x="3231054" y="1652305"/>
                  </a:lnTo>
                  <a:lnTo>
                    <a:pt x="3268278" y="1741085"/>
                  </a:lnTo>
                  <a:lnTo>
                    <a:pt x="3301410" y="1832270"/>
                  </a:lnTo>
                  <a:lnTo>
                    <a:pt x="3330660" y="1925600"/>
                  </a:lnTo>
                  <a:lnTo>
                    <a:pt x="3368103" y="2070841"/>
                  </a:lnTo>
                  <a:close/>
                </a:path>
              </a:pathLst>
            </a:custGeom>
            <a:solidFill>
              <a:srgbClr val="45541D">
                <a:alpha val="5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751077" y="-2"/>
              <a:ext cx="3224530" cy="3599179"/>
            </a:xfrm>
            <a:custGeom>
              <a:avLst/>
              <a:gdLst/>
              <a:ahLst/>
              <a:cxnLst/>
              <a:rect l="l" t="t" r="r" b="b"/>
              <a:pathLst>
                <a:path w="3224529" h="3599179">
                  <a:moveTo>
                    <a:pt x="1926452" y="3599139"/>
                  </a:moveTo>
                  <a:lnTo>
                    <a:pt x="1882354" y="3597373"/>
                  </a:lnTo>
                  <a:lnTo>
                    <a:pt x="1838390" y="3591369"/>
                  </a:lnTo>
                  <a:lnTo>
                    <a:pt x="1794660" y="3580905"/>
                  </a:lnTo>
                  <a:lnTo>
                    <a:pt x="1757166" y="3566553"/>
                  </a:lnTo>
                  <a:lnTo>
                    <a:pt x="1723197" y="3546779"/>
                  </a:lnTo>
                  <a:lnTo>
                    <a:pt x="1692569" y="3522024"/>
                  </a:lnTo>
                  <a:lnTo>
                    <a:pt x="1665095" y="3492733"/>
                  </a:lnTo>
                  <a:lnTo>
                    <a:pt x="1640587" y="3459347"/>
                  </a:lnTo>
                  <a:lnTo>
                    <a:pt x="1618860" y="3422309"/>
                  </a:lnTo>
                  <a:lnTo>
                    <a:pt x="1599726" y="3382063"/>
                  </a:lnTo>
                  <a:lnTo>
                    <a:pt x="1583000" y="3339051"/>
                  </a:lnTo>
                  <a:lnTo>
                    <a:pt x="1568495" y="3293716"/>
                  </a:lnTo>
                  <a:lnTo>
                    <a:pt x="1556025" y="3246501"/>
                  </a:lnTo>
                  <a:lnTo>
                    <a:pt x="1545402" y="3197849"/>
                  </a:lnTo>
                  <a:lnTo>
                    <a:pt x="1528955" y="3098004"/>
                  </a:lnTo>
                  <a:lnTo>
                    <a:pt x="1517661" y="2997724"/>
                  </a:lnTo>
                  <a:lnTo>
                    <a:pt x="1499780" y="2729704"/>
                  </a:lnTo>
                  <a:lnTo>
                    <a:pt x="1440954" y="2099096"/>
                  </a:lnTo>
                  <a:lnTo>
                    <a:pt x="1410268" y="1906763"/>
                  </a:lnTo>
                  <a:lnTo>
                    <a:pt x="1379634" y="1764442"/>
                  </a:lnTo>
                  <a:lnTo>
                    <a:pt x="1340801" y="1623737"/>
                  </a:lnTo>
                  <a:lnTo>
                    <a:pt x="1309617" y="1530815"/>
                  </a:lnTo>
                  <a:lnTo>
                    <a:pt x="1273675" y="1438586"/>
                  </a:lnTo>
                  <a:lnTo>
                    <a:pt x="1232533" y="1347042"/>
                  </a:lnTo>
                  <a:lnTo>
                    <a:pt x="1185744" y="1256171"/>
                  </a:lnTo>
                  <a:lnTo>
                    <a:pt x="1133574" y="1166964"/>
                  </a:lnTo>
                  <a:lnTo>
                    <a:pt x="1049559" y="1039347"/>
                  </a:lnTo>
                  <a:lnTo>
                    <a:pt x="959381" y="917857"/>
                  </a:lnTo>
                  <a:lnTo>
                    <a:pt x="863714" y="801794"/>
                  </a:lnTo>
                  <a:lnTo>
                    <a:pt x="763234" y="690455"/>
                  </a:lnTo>
                  <a:lnTo>
                    <a:pt x="622937" y="548139"/>
                  </a:lnTo>
                  <a:lnTo>
                    <a:pt x="439652" y="377769"/>
                  </a:lnTo>
                  <a:lnTo>
                    <a:pt x="0" y="0"/>
                  </a:lnTo>
                  <a:lnTo>
                    <a:pt x="3213148" y="0"/>
                  </a:lnTo>
                  <a:lnTo>
                    <a:pt x="3224327" y="439614"/>
                  </a:lnTo>
                  <a:lnTo>
                    <a:pt x="3219062" y="949365"/>
                  </a:lnTo>
                  <a:lnTo>
                    <a:pt x="3198495" y="1308696"/>
                  </a:lnTo>
                  <a:lnTo>
                    <a:pt x="3166536" y="1614854"/>
                  </a:lnTo>
                  <a:lnTo>
                    <a:pt x="3127998" y="1866766"/>
                  </a:lnTo>
                  <a:lnTo>
                    <a:pt x="3088393" y="2065140"/>
                  </a:lnTo>
                  <a:lnTo>
                    <a:pt x="3040230" y="2259902"/>
                  </a:lnTo>
                  <a:lnTo>
                    <a:pt x="2982812" y="2450306"/>
                  </a:lnTo>
                  <a:lnTo>
                    <a:pt x="2933253" y="2589801"/>
                  </a:lnTo>
                  <a:lnTo>
                    <a:pt x="2877801" y="2726111"/>
                  </a:lnTo>
                  <a:lnTo>
                    <a:pt x="2816159" y="2858921"/>
                  </a:lnTo>
                  <a:lnTo>
                    <a:pt x="2748034" y="2987917"/>
                  </a:lnTo>
                  <a:lnTo>
                    <a:pt x="2706623" y="3056021"/>
                  </a:lnTo>
                  <a:lnTo>
                    <a:pt x="2656964" y="3126975"/>
                  </a:lnTo>
                  <a:lnTo>
                    <a:pt x="2599854" y="3198980"/>
                  </a:lnTo>
                  <a:lnTo>
                    <a:pt x="2536092" y="3270237"/>
                  </a:lnTo>
                  <a:lnTo>
                    <a:pt x="2466476" y="3338945"/>
                  </a:lnTo>
                  <a:lnTo>
                    <a:pt x="2391806" y="3403305"/>
                  </a:lnTo>
                  <a:lnTo>
                    <a:pt x="2312880" y="3461517"/>
                  </a:lnTo>
                  <a:lnTo>
                    <a:pt x="2272070" y="3487756"/>
                  </a:lnTo>
                  <a:lnTo>
                    <a:pt x="2230496" y="3511782"/>
                  </a:lnTo>
                  <a:lnTo>
                    <a:pt x="2188257" y="3533372"/>
                  </a:lnTo>
                  <a:lnTo>
                    <a:pt x="2145453" y="3552300"/>
                  </a:lnTo>
                  <a:lnTo>
                    <a:pt x="2102184" y="3568341"/>
                  </a:lnTo>
                  <a:lnTo>
                    <a:pt x="2058549" y="3581271"/>
                  </a:lnTo>
                  <a:lnTo>
                    <a:pt x="2014649" y="3590863"/>
                  </a:lnTo>
                  <a:lnTo>
                    <a:pt x="1970583" y="3596895"/>
                  </a:lnTo>
                  <a:lnTo>
                    <a:pt x="1926452" y="3599139"/>
                  </a:lnTo>
                  <a:close/>
                </a:path>
              </a:pathLst>
            </a:custGeom>
            <a:solidFill>
              <a:srgbClr val="99DEF7">
                <a:alpha val="5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41" y="-1"/>
              <a:ext cx="18237258" cy="1028699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 rot="20640000">
            <a:off x="5939533" y="3032628"/>
            <a:ext cx="1293426" cy="1047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875"/>
              </a:lnSpc>
            </a:pPr>
            <a:r>
              <a:rPr dirty="0" sz="8250" spc="660">
                <a:latin typeface="Verdana"/>
                <a:cs typeface="Verdana"/>
              </a:rPr>
              <a:t>T</a:t>
            </a:r>
            <a:endParaRPr sz="825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 rot="21120000">
            <a:off x="6676816" y="2853625"/>
            <a:ext cx="1414134" cy="1047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890"/>
              </a:lnSpc>
            </a:pPr>
            <a:r>
              <a:rPr dirty="0" sz="8250" spc="1000">
                <a:latin typeface="Verdana"/>
                <a:cs typeface="Verdana"/>
              </a:rPr>
              <a:t>H</a:t>
            </a:r>
            <a:endParaRPr sz="825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810762" y="2502519"/>
            <a:ext cx="939165" cy="12871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250" spc="1415">
                <a:latin typeface="Verdana"/>
                <a:cs typeface="Verdana"/>
              </a:rPr>
              <a:t>A</a:t>
            </a:r>
            <a:endParaRPr sz="825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 rot="480000">
            <a:off x="8477863" y="2836549"/>
            <a:ext cx="1408628" cy="1047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855"/>
              </a:lnSpc>
            </a:pPr>
            <a:r>
              <a:rPr dirty="0" sz="8250" spc="1120">
                <a:latin typeface="Verdana"/>
                <a:cs typeface="Verdana"/>
              </a:rPr>
              <a:t>N</a:t>
            </a:r>
            <a:endParaRPr sz="8250">
              <a:latin typeface="Verdana"/>
              <a:cs typeface="Verdana"/>
            </a:endParaRPr>
          </a:p>
        </p:txBody>
      </p:sp>
      <p:sp>
        <p:nvSpPr>
          <p:cNvPr id="17" name="object 17" descr=""/>
          <p:cNvSpPr txBox="1"/>
          <p:nvPr/>
        </p:nvSpPr>
        <p:spPr>
          <a:xfrm rot="960000">
            <a:off x="9357483" y="3018958"/>
            <a:ext cx="1341985" cy="1047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840"/>
              </a:lnSpc>
            </a:pPr>
            <a:r>
              <a:rPr dirty="0" sz="8250" spc="745">
                <a:latin typeface="Verdana"/>
                <a:cs typeface="Verdana"/>
              </a:rPr>
              <a:t>K</a:t>
            </a:r>
            <a:endParaRPr sz="825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339972" y="3849609"/>
            <a:ext cx="8005445" cy="3576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300" spc="8310">
                <a:solidFill>
                  <a:srgbClr val="FF4F54"/>
                </a:solidFill>
                <a:latin typeface="Arial"/>
                <a:cs typeface="Arial"/>
              </a:rPr>
              <a:t>you</a:t>
            </a:r>
            <a:endParaRPr sz="2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Kajal Limbasiya</dc:creator>
  <cp:keywords>DAGLjS8sxVE,BAF4hMdtKJI</cp:keywords>
  <dc:title>Airwave Adventure</dc:title>
  <dcterms:created xsi:type="dcterms:W3CDTF">2024-08-08T07:29:09Z</dcterms:created>
  <dcterms:modified xsi:type="dcterms:W3CDTF">2024-08-08T07:29:09Z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2024-07-21T00:00:00Z</vt:filetime>
  </property>
  <property fmtid="{D5CDD505-2E9C-101B-9397-08002B2CF9AE}" pid="3" name="Creator">
    <vt:lpwstr>Canva</vt:lpwstr>
  </property>
  <property fmtid="{D5CDD505-2E9C-101B-9397-08002B2CF9AE}" pid="4" name="LastSaved">
    <vt:filetime>2024-08-08T00:00:00Z</vt:filetime>
  </property>
  <property fmtid="{D5CDD505-2E9C-101B-9397-08002B2CF9AE}" pid="5" name="Producer">
    <vt:lpwstr>3-Heights(TM) PDF Security Shell 4.8.25.2 (http://www.pdf-tools.com)</vt:lpwstr>
  </property>
</Properties>
</file>